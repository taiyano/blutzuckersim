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Ex1.xml" ContentType="application/vnd.ms-office.chartex+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61" r:id="rId2"/>
  </p:sldIdLst>
  <p:sldSz cx="30279975" cy="42808525"/>
  <p:notesSz cx="7559675" cy="10691813"/>
  <p:defaultTextStyle>
    <a:defPPr>
      <a:defRPr lang="en-GB"/>
    </a:defPPr>
    <a:lvl1pPr algn="l" defTabSz="449263"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MS Gothic" charset="0"/>
        <a:cs typeface="MS Gothic" charset="0"/>
      </a:defRPr>
    </a:lvl1pPr>
    <a:lvl2pPr marL="742950" indent="-285750" algn="l" defTabSz="449263"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MS Gothic" charset="0"/>
        <a:cs typeface="MS Gothic" charset="0"/>
      </a:defRPr>
    </a:lvl2pPr>
    <a:lvl3pPr marL="1143000" indent="-228600" algn="l" defTabSz="449263"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MS Gothic" charset="0"/>
        <a:cs typeface="MS Gothic" charset="0"/>
      </a:defRPr>
    </a:lvl3pPr>
    <a:lvl4pPr marL="1600200" indent="-228600" algn="l" defTabSz="449263"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MS Gothic" charset="0"/>
        <a:cs typeface="MS Gothic" charset="0"/>
      </a:defRPr>
    </a:lvl4pPr>
    <a:lvl5pPr marL="2057400" indent="-228600" algn="l" defTabSz="449263"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MS Gothic" charset="0"/>
        <a:cs typeface="MS Gothic" charset="0"/>
      </a:defRPr>
    </a:lvl5pPr>
    <a:lvl6pPr marL="2286000" algn="l" defTabSz="457200" rtl="0" eaLnBrk="1" latinLnBrk="0" hangingPunct="1">
      <a:defRPr kern="1200">
        <a:solidFill>
          <a:schemeClr val="tx1"/>
        </a:solidFill>
        <a:latin typeface="Arial" charset="0"/>
        <a:ea typeface="MS Gothic" charset="0"/>
        <a:cs typeface="MS Gothic" charset="0"/>
      </a:defRPr>
    </a:lvl6pPr>
    <a:lvl7pPr marL="2743200" algn="l" defTabSz="457200" rtl="0" eaLnBrk="1" latinLnBrk="0" hangingPunct="1">
      <a:defRPr kern="1200">
        <a:solidFill>
          <a:schemeClr val="tx1"/>
        </a:solidFill>
        <a:latin typeface="Arial" charset="0"/>
        <a:ea typeface="MS Gothic" charset="0"/>
        <a:cs typeface="MS Gothic" charset="0"/>
      </a:defRPr>
    </a:lvl7pPr>
    <a:lvl8pPr marL="3200400" algn="l" defTabSz="457200" rtl="0" eaLnBrk="1" latinLnBrk="0" hangingPunct="1">
      <a:defRPr kern="1200">
        <a:solidFill>
          <a:schemeClr val="tx1"/>
        </a:solidFill>
        <a:latin typeface="Arial" charset="0"/>
        <a:ea typeface="MS Gothic" charset="0"/>
        <a:cs typeface="MS Gothic" charset="0"/>
      </a:defRPr>
    </a:lvl8pPr>
    <a:lvl9pPr marL="3657600" algn="l" defTabSz="457200" rtl="0" eaLnBrk="1" latinLnBrk="0" hangingPunct="1">
      <a:defRPr kern="1200">
        <a:solidFill>
          <a:schemeClr val="tx1"/>
        </a:solidFill>
        <a:latin typeface="Arial" charset="0"/>
        <a:ea typeface="MS Gothic" charset="0"/>
        <a:cs typeface="MS Gothic" charset="0"/>
      </a:defRPr>
    </a:lvl9pPr>
  </p:defaultTextStyle>
  <p:extLst>
    <p:ext uri="{521415D9-36F7-43E2-AB2F-B90AF26B5E84}">
      <p14:sectionLst xmlns:p14="http://schemas.microsoft.com/office/powerpoint/2010/main">
        <p14:section name="PLAKAT: Weißer Hintergrund, Schrift ohne Serifen" id="{5D3F9D27-3D9D-46AC-9DDF-66899211FD2C}">
          <p14:sldIdLst>
            <p14:sldId id="261"/>
          </p14:sldIdLst>
        </p14:section>
      </p14:sectionLst>
    </p:ext>
    <p:ext uri="{EFAFB233-063F-42B5-8137-9DF3F51BA10A}">
      <p15:sldGuideLst xmlns:p15="http://schemas.microsoft.com/office/powerpoint/2012/main">
        <p15:guide id="1" orient="horz" pos="18351">
          <p15:clr>
            <a:srgbClr val="A4A3A4"/>
          </p15:clr>
        </p15:guide>
        <p15:guide id="2" pos="90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elia Tietge" initials="" lastIdx="7" clrIdx="0"/>
  <p:cmAuthor id="1" name="Annika Eickers" initials="" lastIdx="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9F9F"/>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182" autoAdjust="0"/>
    <p:restoredTop sz="94613"/>
  </p:normalViewPr>
  <p:slideViewPr>
    <p:cSldViewPr>
      <p:cViewPr varScale="1">
        <p:scale>
          <a:sx n="24" d="100"/>
          <a:sy n="24" d="100"/>
        </p:scale>
        <p:origin x="3702" y="138"/>
      </p:cViewPr>
      <p:guideLst>
        <p:guide orient="horz" pos="18351"/>
        <p:guide pos="900"/>
      </p:guideLst>
    </p:cSldViewPr>
  </p:slideViewPr>
  <p:outlineViewPr>
    <p:cViewPr varScale="1">
      <p:scale>
        <a:sx n="170" d="200"/>
        <a:sy n="170" d="200"/>
      </p:scale>
      <p:origin x="-780" y="-84"/>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commentAuthors" Target="commentAuthors.xml"/></Relationships>
</file>

<file path=ppt/charts/_rels/chartEx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C:\Users\Sturmschwalbe\Downloads\Umfrage%20zur%20Simulation%20der%20Regulation%20des%20Blutzuckers_1.xlsx" TargetMode="External"/></Relationships>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Sheet1!$D$2:$D$20</cx:f>
        <cx:lvl ptCount="19" formatCode="General">
          <cx:pt idx="0">9</cx:pt>
          <cx:pt idx="1">6</cx:pt>
          <cx:pt idx="2">6</cx:pt>
          <cx:pt idx="3">5</cx:pt>
          <cx:pt idx="4">3</cx:pt>
          <cx:pt idx="5">6</cx:pt>
          <cx:pt idx="6">8</cx:pt>
          <cx:pt idx="7">6</cx:pt>
          <cx:pt idx="8">8</cx:pt>
          <cx:pt idx="9">7</cx:pt>
          <cx:pt idx="10">5</cx:pt>
          <cx:pt idx="11">5</cx:pt>
          <cx:pt idx="12">3</cx:pt>
          <cx:pt idx="13">6</cx:pt>
          <cx:pt idx="14">4</cx:pt>
          <cx:pt idx="15">7</cx:pt>
          <cx:pt idx="16">3</cx:pt>
          <cx:pt idx="17">7</cx:pt>
          <cx:pt idx="18">1</cx:pt>
        </cx:lvl>
      </cx:numDim>
    </cx:data>
    <cx:data id="1">
      <cx:numDim type="val">
        <cx:f>Sheet1!$E$2:$E$20</cx:f>
        <cx:lvl ptCount="19" formatCode="General">
          <cx:pt idx="0">9</cx:pt>
          <cx:pt idx="1">7</cx:pt>
          <cx:pt idx="2">8</cx:pt>
          <cx:pt idx="3">7</cx:pt>
          <cx:pt idx="4">3</cx:pt>
          <cx:pt idx="5">10</cx:pt>
          <cx:pt idx="6">8</cx:pt>
          <cx:pt idx="7">8</cx:pt>
          <cx:pt idx="8">8</cx:pt>
          <cx:pt idx="9">10</cx:pt>
          <cx:pt idx="10">7</cx:pt>
          <cx:pt idx="11">10</cx:pt>
          <cx:pt idx="12">10</cx:pt>
          <cx:pt idx="13">8</cx:pt>
          <cx:pt idx="14">10</cx:pt>
          <cx:pt idx="15">10</cx:pt>
          <cx:pt idx="16">5</cx:pt>
          <cx:pt idx="17">9</cx:pt>
          <cx:pt idx="18">2</cx:pt>
        </cx:lvl>
      </cx:numDim>
    </cx:data>
    <cx:data id="2">
      <cx:numDim type="val">
        <cx:f>Sheet1!$F$2:$F$20</cx:f>
        <cx:lvl ptCount="19" formatCode="General">
          <cx:pt idx="0">9</cx:pt>
          <cx:pt idx="1">7</cx:pt>
          <cx:pt idx="2">8</cx:pt>
          <cx:pt idx="3">7</cx:pt>
          <cx:pt idx="4">7</cx:pt>
          <cx:pt idx="5">9</cx:pt>
          <cx:pt idx="6">8</cx:pt>
          <cx:pt idx="7">10</cx:pt>
          <cx:pt idx="8">6</cx:pt>
          <cx:pt idx="9">9</cx:pt>
          <cx:pt idx="10">9</cx:pt>
          <cx:pt idx="11">10</cx:pt>
          <cx:pt idx="12">10</cx:pt>
          <cx:pt idx="13">10</cx:pt>
          <cx:pt idx="14">9</cx:pt>
          <cx:pt idx="15">10</cx:pt>
          <cx:pt idx="16">6</cx:pt>
          <cx:pt idx="17">7</cx:pt>
          <cx:pt idx="18">9</cx:pt>
        </cx:lvl>
      </cx:numDim>
    </cx:data>
    <cx:data id="3">
      <cx:numDim type="val">
        <cx:f>Sheet1!$G$2:$G$20</cx:f>
        <cx:lvl ptCount="19" formatCode="General">
          <cx:pt idx="0">9</cx:pt>
          <cx:pt idx="1">5</cx:pt>
          <cx:pt idx="2">7</cx:pt>
          <cx:pt idx="3">8</cx:pt>
          <cx:pt idx="4">8</cx:pt>
          <cx:pt idx="5">9</cx:pt>
          <cx:pt idx="6">7</cx:pt>
          <cx:pt idx="7">9</cx:pt>
          <cx:pt idx="8">6</cx:pt>
          <cx:pt idx="9">10</cx:pt>
          <cx:pt idx="10">10</cx:pt>
          <cx:pt idx="11">10</cx:pt>
          <cx:pt idx="12">10</cx:pt>
          <cx:pt idx="13">9</cx:pt>
          <cx:pt idx="14">8</cx:pt>
          <cx:pt idx="15">10</cx:pt>
          <cx:pt idx="16">6</cx:pt>
          <cx:pt idx="17">8</cx:pt>
          <cx:pt idx="18">10</cx:pt>
        </cx:lvl>
      </cx:numDim>
    </cx:data>
  </cx:chartData>
  <cx:chart>
    <cx:plotArea>
      <cx:plotAreaRegion>
        <cx:series layoutId="boxWhisker" uniqueId="{E5F83F14-801F-4A4E-9DC9-5F9A8F0B6B22}">
          <cx:tx>
            <cx:txData>
              <cx:f/>
              <cx:v>Wie gut hast du das Thema vor der Simulation verstanden?</cx:v>
            </cx:txData>
          </cx:tx>
          <cx:spPr>
            <a:solidFill>
              <a:srgbClr val="FF0000"/>
            </a:solidFill>
          </cx:spPr>
          <cx:dataId val="0"/>
          <cx:layoutPr>
            <cx:visibility meanLine="0" meanMarker="1" nonoutliers="0" outliers="1"/>
            <cx:statistics quartileMethod="exclusive"/>
          </cx:layoutPr>
        </cx:series>
        <cx:series layoutId="boxWhisker" uniqueId="{6A1007B7-481F-48AC-A9A1-A1B6F37CFC69}">
          <cx:tx>
            <cx:txData>
              <cx:f/>
              <cx:v>Wie gut hast du das Thema nach der Simulation verstanden?</cx:v>
            </cx:txData>
          </cx:tx>
          <cx:spPr>
            <a:solidFill>
              <a:schemeClr val="accent2">
                <a:lumMod val="75000"/>
              </a:schemeClr>
            </a:solidFill>
            <a:ln>
              <a:solidFill>
                <a:schemeClr val="tx2"/>
              </a:solidFill>
            </a:ln>
          </cx:spPr>
          <cx:dataId val="1"/>
          <cx:layoutPr>
            <cx:visibility meanLine="0" meanMarker="1" nonoutliers="0" outliers="1"/>
            <cx:statistics quartileMethod="exclusive"/>
          </cx:layoutPr>
        </cx:series>
        <cx:series layoutId="boxWhisker" uniqueId="{082336D4-A88D-469C-B55A-4F11F520D365}">
          <cx:tx>
            <cx:txData>
              <cx:f/>
              <cx:v>Wie gut hat dir die Simulation gefallen?</cx:v>
            </cx:txData>
          </cx:tx>
          <cx:spPr>
            <a:solidFill>
              <a:schemeClr val="accent1">
                <a:lumMod val="75000"/>
              </a:schemeClr>
            </a:solidFill>
            <a:ln>
              <a:solidFill>
                <a:srgbClr val="00B050"/>
              </a:solidFill>
            </a:ln>
          </cx:spPr>
          <cx:dataId val="2"/>
          <cx:layoutPr>
            <cx:visibility meanLine="0" meanMarker="1" nonoutliers="0" outliers="1"/>
            <cx:statistics quartileMethod="exclusive"/>
          </cx:layoutPr>
        </cx:series>
        <cx:series layoutId="boxWhisker" uniqueId="{EBF4A0A6-755B-4999-A184-706CD72C6A79}">
          <cx:tx>
            <cx:txData>
              <cx:f/>
              <cx:v>Wie viel Spaß hat dir die Simulation gemacht?</cx:v>
            </cx:txData>
          </cx:tx>
          <cx:spPr>
            <a:solidFill>
              <a:srgbClr val="FFFF00"/>
            </a:solidFill>
            <a:ln>
              <a:solidFill>
                <a:schemeClr val="tx1"/>
              </a:solidFill>
            </a:ln>
          </cx:spPr>
          <cx:dataId val="3"/>
          <cx:layoutPr>
            <cx:visibility meanLine="0" meanMarker="1" nonoutliers="0" outliers="1"/>
            <cx:statistics quartileMethod="exclusive"/>
          </cx:layoutPr>
        </cx:series>
      </cx:plotAreaRegion>
      <cx:axis id="0">
        <cx:catScaling gapWidth="1"/>
        <cx:title>
          <cx:txPr>
            <a:bodyPr spcFirstLastPara="1" vertOverflow="ellipsis" horzOverflow="overflow" wrap="square" lIns="0" tIns="0" rIns="0" bIns="0" anchor="ctr" anchorCtr="1"/>
            <a:lstStyle/>
            <a:p>
              <a:pPr algn="ctr" rtl="0">
                <a:defRPr/>
              </a:pPr>
              <a:endParaRPr lang="de-DE" sz="900" b="0" i="0" u="none" strike="noStrike" baseline="0">
                <a:solidFill>
                  <a:sysClr val="windowText" lastClr="000000">
                    <a:lumMod val="65000"/>
                    <a:lumOff val="35000"/>
                  </a:sysClr>
                </a:solidFill>
                <a:latin typeface="Calibri" panose="020F0502020204030204"/>
              </a:endParaRPr>
            </a:p>
          </cx:txPr>
        </cx:title>
        <cx:tickLabels/>
      </cx:axis>
      <cx:axis id="1">
        <cx:valScaling max="10"/>
        <cx:title>
          <cx:tx>
            <cx:txData>
              <cx:v>Anzahl an Sternen (10 Sterne = bester Wert)</cx:v>
            </cx:txData>
          </cx:tx>
          <cx:txPr>
            <a:bodyPr spcFirstLastPara="1" vertOverflow="ellipsis" horzOverflow="overflow" wrap="square" lIns="0" tIns="0" rIns="0" bIns="0" anchor="ctr" anchorCtr="1"/>
            <a:lstStyle/>
            <a:p>
              <a:pPr algn="ctr" rtl="0">
                <a:defRPr sz="1800"/>
              </a:pPr>
              <a:r>
                <a:rPr lang="de-DE" sz="1800" b="0" i="0" u="none" strike="noStrike" baseline="0">
                  <a:solidFill>
                    <a:sysClr val="windowText" lastClr="000000">
                      <a:lumMod val="65000"/>
                      <a:lumOff val="35000"/>
                    </a:sysClr>
                  </a:solidFill>
                  <a:latin typeface="Calibri" panose="020F0502020204030204"/>
                </a:rPr>
                <a:t>Anzahl an Sternen (10 Sterne = bester Wert)</a:t>
              </a:r>
            </a:p>
          </cx:txPr>
        </cx:title>
        <cx:majorGridlines/>
        <cx:tickLabels/>
        <cx:txPr>
          <a:bodyPr spcFirstLastPara="1" vertOverflow="ellipsis" horzOverflow="overflow" wrap="square" lIns="0" tIns="0" rIns="0" bIns="0" anchor="ctr" anchorCtr="1"/>
          <a:lstStyle/>
          <a:p>
            <a:pPr algn="ctr" rtl="0">
              <a:defRPr sz="2000"/>
            </a:pPr>
            <a:endParaRPr lang="de-DE" sz="2000" b="0" i="0" u="none" strike="noStrike" baseline="0">
              <a:solidFill>
                <a:srgbClr val="000000">
                  <a:lumMod val="65000"/>
                  <a:lumOff val="35000"/>
                </a:srgbClr>
              </a:solidFill>
              <a:latin typeface="Arial"/>
              <a:ea typeface="MS Gothic"/>
            </a:endParaRPr>
          </a:p>
        </cx:txPr>
      </cx:axis>
    </cx:plotArea>
    <cx:legend pos="t" align="ctr" overlay="0">
      <cx:txPr>
        <a:bodyPr spcFirstLastPara="1" vertOverflow="ellipsis" horzOverflow="overflow" wrap="square" lIns="0" tIns="0" rIns="0" bIns="0" anchor="ctr" anchorCtr="1"/>
        <a:lstStyle/>
        <a:p>
          <a:pPr algn="ctr" rtl="0">
            <a:defRPr sz="2800" b="0" i="0"/>
          </a:pPr>
          <a:endParaRPr lang="de-DE" sz="2800" b="0" i="0" u="none" strike="noStrike" baseline="0">
            <a:solidFill>
              <a:srgbClr val="000000">
                <a:lumMod val="65000"/>
                <a:lumOff val="35000"/>
              </a:srgbClr>
            </a:solidFill>
            <a:latin typeface="Arial"/>
            <a:ea typeface="MS Gothic"/>
          </a:endParaRPr>
        </a:p>
      </cx:txPr>
    </cx:legend>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40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solidFill>
      <a:ln>
        <a:solidFill>
          <a:schemeClr val="phClr"/>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9" name="Rectangle 1"/>
          <p:cNvSpPr>
            <a:spLocks noGrp="1" noRot="1" noChangeAspect="1" noChangeArrowheads="1"/>
          </p:cNvSpPr>
          <p:nvPr>
            <p:ph type="sldImg"/>
          </p:nvPr>
        </p:nvSpPr>
        <p:spPr bwMode="auto">
          <a:xfrm>
            <a:off x="2360613" y="812800"/>
            <a:ext cx="2835275" cy="40068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sp>
      <p:sp>
        <p:nvSpPr>
          <p:cNvPr id="2050" name="Rectangle 2"/>
          <p:cNvSpPr>
            <a:spLocks noGrp="1" noChangeArrowheads="1"/>
          </p:cNvSpPr>
          <p:nvPr>
            <p:ph type="body"/>
          </p:nvPr>
        </p:nvSpPr>
        <p:spPr bwMode="auto">
          <a:xfrm>
            <a:off x="755650" y="5078413"/>
            <a:ext cx="6046788" cy="481012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endParaRPr lang="de-DE"/>
          </a:p>
        </p:txBody>
      </p:sp>
      <p:sp>
        <p:nvSpPr>
          <p:cNvPr id="2051" name="Rectangle 3"/>
          <p:cNvSpPr>
            <a:spLocks noGrp="1" noChangeArrowheads="1"/>
          </p:cNvSpPr>
          <p:nvPr>
            <p:ph type="hdr"/>
          </p:nvPr>
        </p:nvSpPr>
        <p:spPr bwMode="auto">
          <a:xfrm>
            <a:off x="0" y="0"/>
            <a:ext cx="3279775" cy="5334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a:lnSpc>
                <a:spcPct val="95000"/>
              </a:lnSpc>
              <a:tabLst>
                <a:tab pos="723900" algn="l"/>
                <a:tab pos="1447800" algn="l"/>
                <a:tab pos="2171700" algn="l"/>
                <a:tab pos="2895600" algn="l"/>
              </a:tabLst>
              <a:defRPr sz="1400">
                <a:solidFill>
                  <a:srgbClr val="000000"/>
                </a:solidFill>
                <a:latin typeface="Times New Roman" charset="0"/>
              </a:defRPr>
            </a:lvl1pPr>
          </a:lstStyle>
          <a:p>
            <a:endParaRPr lang="de-DE"/>
          </a:p>
        </p:txBody>
      </p:sp>
      <p:sp>
        <p:nvSpPr>
          <p:cNvPr id="2052" name="Rectangle 4"/>
          <p:cNvSpPr>
            <a:spLocks noGrp="1" noChangeArrowheads="1"/>
          </p:cNvSpPr>
          <p:nvPr>
            <p:ph type="dt"/>
          </p:nvPr>
        </p:nvSpPr>
        <p:spPr bwMode="auto">
          <a:xfrm>
            <a:off x="4278313" y="0"/>
            <a:ext cx="3279775" cy="5334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algn="r">
              <a:lnSpc>
                <a:spcPct val="95000"/>
              </a:lnSpc>
              <a:tabLst>
                <a:tab pos="723900" algn="l"/>
                <a:tab pos="1447800" algn="l"/>
                <a:tab pos="2171700" algn="l"/>
                <a:tab pos="2895600" algn="l"/>
              </a:tabLst>
              <a:defRPr sz="1400">
                <a:solidFill>
                  <a:srgbClr val="000000"/>
                </a:solidFill>
                <a:latin typeface="Times New Roman" charset="0"/>
              </a:defRPr>
            </a:lvl1pPr>
          </a:lstStyle>
          <a:p>
            <a:endParaRPr lang="de-DE"/>
          </a:p>
        </p:txBody>
      </p:sp>
      <p:sp>
        <p:nvSpPr>
          <p:cNvPr id="2053" name="Rectangle 5"/>
          <p:cNvSpPr>
            <a:spLocks noGrp="1" noChangeArrowheads="1"/>
          </p:cNvSpPr>
          <p:nvPr>
            <p:ph type="ftr"/>
          </p:nvPr>
        </p:nvSpPr>
        <p:spPr bwMode="auto">
          <a:xfrm>
            <a:off x="0" y="10156825"/>
            <a:ext cx="3279775" cy="5334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0" tIns="0" rIns="0" bIns="0" numCol="1" anchor="b" anchorCtr="0" compatLnSpc="1">
            <a:prstTxWarp prst="textNoShape">
              <a:avLst/>
            </a:prstTxWarp>
          </a:bodyPr>
          <a:lstStyle>
            <a:lvl1pPr>
              <a:lnSpc>
                <a:spcPct val="95000"/>
              </a:lnSpc>
              <a:tabLst>
                <a:tab pos="723900" algn="l"/>
                <a:tab pos="1447800" algn="l"/>
                <a:tab pos="2171700" algn="l"/>
                <a:tab pos="2895600" algn="l"/>
              </a:tabLst>
              <a:defRPr sz="1400">
                <a:solidFill>
                  <a:srgbClr val="000000"/>
                </a:solidFill>
                <a:latin typeface="Times New Roman" charset="0"/>
              </a:defRPr>
            </a:lvl1pPr>
          </a:lstStyle>
          <a:p>
            <a:endParaRPr lang="de-DE"/>
          </a:p>
        </p:txBody>
      </p:sp>
      <p:sp>
        <p:nvSpPr>
          <p:cNvPr id="2054" name="Rectangle 6"/>
          <p:cNvSpPr>
            <a:spLocks noGrp="1" noChangeArrowheads="1"/>
          </p:cNvSpPr>
          <p:nvPr>
            <p:ph type="sldNum"/>
          </p:nvPr>
        </p:nvSpPr>
        <p:spPr bwMode="auto">
          <a:xfrm>
            <a:off x="4278313" y="10156825"/>
            <a:ext cx="3279775" cy="5334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0" tIns="0" rIns="0" bIns="0" numCol="1" anchor="b" anchorCtr="0" compatLnSpc="1">
            <a:prstTxWarp prst="textNoShape">
              <a:avLst/>
            </a:prstTxWarp>
          </a:bodyPr>
          <a:lstStyle>
            <a:lvl1pPr algn="r">
              <a:lnSpc>
                <a:spcPct val="95000"/>
              </a:lnSpc>
              <a:tabLst>
                <a:tab pos="723900" algn="l"/>
                <a:tab pos="1447800" algn="l"/>
                <a:tab pos="2171700" algn="l"/>
                <a:tab pos="2895600" algn="l"/>
              </a:tabLst>
              <a:defRPr sz="1400">
                <a:solidFill>
                  <a:srgbClr val="000000"/>
                </a:solidFill>
                <a:latin typeface="Times New Roman" charset="0"/>
              </a:defRPr>
            </a:lvl1pPr>
          </a:lstStyle>
          <a:p>
            <a:fld id="{3F86F3E9-8601-594D-B3BD-FCD8229591F7}" type="slidenum">
              <a:rPr lang="de-DE"/>
              <a:pPr/>
              <a:t>‹Nr.›</a:t>
            </a:fld>
            <a:endParaRPr lang="de-DE"/>
          </a:p>
        </p:txBody>
      </p:sp>
    </p:spTree>
    <p:extLst>
      <p:ext uri="{BB962C8B-B14F-4D97-AF65-F5344CB8AC3E}">
        <p14:creationId xmlns:p14="http://schemas.microsoft.com/office/powerpoint/2010/main" val="1081492018"/>
      </p:ext>
    </p:extLst>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charset="0"/>
        <a:ea typeface="ＭＳ Ｐゴシック" charset="0"/>
        <a:cs typeface="+mn-cs"/>
      </a:defRPr>
    </a:lvl1pPr>
    <a:lvl2pPr marL="742950" indent="-285750" algn="l" defTabSz="449263"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charset="0"/>
        <a:ea typeface="ＭＳ Ｐゴシック" charset="0"/>
        <a:cs typeface="+mn-cs"/>
      </a:defRPr>
    </a:lvl2pPr>
    <a:lvl3pPr marL="1143000" indent="-228600" algn="l" defTabSz="449263"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charset="0"/>
        <a:ea typeface="ＭＳ Ｐゴシック" charset="0"/>
        <a:cs typeface="+mn-cs"/>
      </a:defRPr>
    </a:lvl3pPr>
    <a:lvl4pPr marL="1600200" indent="-228600" algn="l" defTabSz="449263"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charset="0"/>
        <a:ea typeface="ＭＳ Ｐゴシック" charset="0"/>
        <a:cs typeface="+mn-cs"/>
      </a:defRPr>
    </a:lvl4pPr>
    <a:lvl5pPr marL="2057400" indent="-228600" algn="l" defTabSz="449263"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487CEBB-59B4-C546-97C5-7C9611825D26}"/>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B9524326-DF5B-7799-7354-5AAAB400EEF9}"/>
              </a:ext>
            </a:extLst>
          </p:cNvPr>
          <p:cNvSpPr>
            <a:spLocks noGrp="1" noChangeArrowheads="1"/>
          </p:cNvSpPr>
          <p:nvPr>
            <p:ph type="sldNum"/>
          </p:nvPr>
        </p:nvSpPr>
        <p:spPr>
          <a:ln/>
        </p:spPr>
        <p:txBody>
          <a:bodyPr/>
          <a:lstStyle/>
          <a:p>
            <a:fld id="{C842B0F4-EC67-BF4B-91CF-74037084BDAB}" type="slidenum">
              <a:rPr lang="de-DE"/>
              <a:pPr/>
              <a:t>1</a:t>
            </a:fld>
            <a:endParaRPr lang="de-DE"/>
          </a:p>
        </p:txBody>
      </p:sp>
      <p:sp>
        <p:nvSpPr>
          <p:cNvPr id="4097" name="Text Box 1">
            <a:extLst>
              <a:ext uri="{FF2B5EF4-FFF2-40B4-BE49-F238E27FC236}">
                <a16:creationId xmlns:a16="http://schemas.microsoft.com/office/drawing/2014/main" id="{42AD3123-1BD1-D1C2-6D7B-211FFA364F3F}"/>
              </a:ext>
            </a:extLst>
          </p:cNvPr>
          <p:cNvSpPr txBox="1">
            <a:spLocks noGrp="1" noRot="1" noChangeAspect="1" noChangeArrowheads="1"/>
          </p:cNvSpPr>
          <p:nvPr>
            <p:ph type="sldImg"/>
          </p:nvPr>
        </p:nvSpPr>
        <p:spPr bwMode="auto">
          <a:xfrm>
            <a:off x="2360613" y="812800"/>
            <a:ext cx="2836862"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sp>
      <p:sp>
        <p:nvSpPr>
          <p:cNvPr id="4098" name="Text Box 2">
            <a:extLst>
              <a:ext uri="{FF2B5EF4-FFF2-40B4-BE49-F238E27FC236}">
                <a16:creationId xmlns:a16="http://schemas.microsoft.com/office/drawing/2014/main" id="{B74B081C-D185-ED93-9B9B-F1BCCD1C6E89}"/>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r>
              <a:rPr lang="de-DE" dirty="0"/>
              <a:t>Weißer Hintergrund</a:t>
            </a:r>
          </a:p>
          <a:p>
            <a:r>
              <a:rPr lang="de-DE" dirty="0"/>
              <a:t>Schrift ohne Serifen</a:t>
            </a:r>
          </a:p>
        </p:txBody>
      </p:sp>
    </p:spTree>
    <p:extLst>
      <p:ext uri="{BB962C8B-B14F-4D97-AF65-F5344CB8AC3E}">
        <p14:creationId xmlns:p14="http://schemas.microsoft.com/office/powerpoint/2010/main" val="39871982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2271713" y="13298488"/>
            <a:ext cx="25736550" cy="9175750"/>
          </a:xfrm>
        </p:spPr>
        <p:txBody>
          <a:bodyPr/>
          <a:lstStyle/>
          <a:p>
            <a:r>
              <a:rPr lang="de-DE"/>
              <a:t>Mastertitelformat bearbeiten</a:t>
            </a:r>
          </a:p>
        </p:txBody>
      </p:sp>
      <p:sp>
        <p:nvSpPr>
          <p:cNvPr id="3" name="Untertitel 2"/>
          <p:cNvSpPr>
            <a:spLocks noGrp="1"/>
          </p:cNvSpPr>
          <p:nvPr>
            <p:ph type="subTitle" idx="1"/>
          </p:nvPr>
        </p:nvSpPr>
        <p:spPr>
          <a:xfrm>
            <a:off x="4541838" y="24258588"/>
            <a:ext cx="21196300" cy="10939462"/>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de-DE"/>
              <a:t>Master-Untertitelformat bearbeiten</a:t>
            </a:r>
          </a:p>
        </p:txBody>
      </p:sp>
      <p:sp>
        <p:nvSpPr>
          <p:cNvPr id="4" name="Datumsplatzhalter 3"/>
          <p:cNvSpPr>
            <a:spLocks noGrp="1"/>
          </p:cNvSpPr>
          <p:nvPr>
            <p:ph type="dt" idx="10"/>
          </p:nvPr>
        </p:nvSpPr>
        <p:spPr/>
        <p:txBody>
          <a:bodyPr/>
          <a:lstStyle>
            <a:lvl1pPr>
              <a:defRPr/>
            </a:lvl1pPr>
          </a:lstStyle>
          <a:p>
            <a:endParaRPr lang="de-DE"/>
          </a:p>
        </p:txBody>
      </p:sp>
      <p:sp>
        <p:nvSpPr>
          <p:cNvPr id="5" name="Fußzeilenplatzhalter 4"/>
          <p:cNvSpPr>
            <a:spLocks noGrp="1"/>
          </p:cNvSpPr>
          <p:nvPr>
            <p:ph type="ftr" idx="11"/>
          </p:nvPr>
        </p:nvSpPr>
        <p:spPr/>
        <p:txBody>
          <a:bodyPr/>
          <a:lstStyle>
            <a:lvl1pPr>
              <a:defRPr/>
            </a:lvl1pPr>
          </a:lstStyle>
          <a:p>
            <a:endParaRPr lang="de-DE"/>
          </a:p>
        </p:txBody>
      </p:sp>
      <p:sp>
        <p:nvSpPr>
          <p:cNvPr id="6" name="Foliennummernplatzhalter 5"/>
          <p:cNvSpPr>
            <a:spLocks noGrp="1"/>
          </p:cNvSpPr>
          <p:nvPr>
            <p:ph type="sldNum" idx="12"/>
          </p:nvPr>
        </p:nvSpPr>
        <p:spPr/>
        <p:txBody>
          <a:bodyPr/>
          <a:lstStyle>
            <a:lvl1pPr>
              <a:defRPr/>
            </a:lvl1pPr>
          </a:lstStyle>
          <a:p>
            <a:fld id="{6E34C83D-EB87-A542-A990-1C8CCB7180B6}" type="slidenum">
              <a:rPr lang="de-DE"/>
              <a:pPr/>
              <a:t>‹Nr.›</a:t>
            </a:fld>
            <a:endParaRPr lang="de-DE"/>
          </a:p>
        </p:txBody>
      </p:sp>
    </p:spTree>
    <p:extLst>
      <p:ext uri="{BB962C8B-B14F-4D97-AF65-F5344CB8AC3E}">
        <p14:creationId xmlns:p14="http://schemas.microsoft.com/office/powerpoint/2010/main" val="121207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idx="10"/>
          </p:nvPr>
        </p:nvSpPr>
        <p:spPr/>
        <p:txBody>
          <a:bodyPr/>
          <a:lstStyle>
            <a:lvl1pPr>
              <a:defRPr/>
            </a:lvl1pPr>
          </a:lstStyle>
          <a:p>
            <a:endParaRPr lang="de-DE"/>
          </a:p>
        </p:txBody>
      </p:sp>
      <p:sp>
        <p:nvSpPr>
          <p:cNvPr id="5" name="Fußzeilenplatzhalter 4"/>
          <p:cNvSpPr>
            <a:spLocks noGrp="1"/>
          </p:cNvSpPr>
          <p:nvPr>
            <p:ph type="ftr" idx="11"/>
          </p:nvPr>
        </p:nvSpPr>
        <p:spPr/>
        <p:txBody>
          <a:bodyPr/>
          <a:lstStyle>
            <a:lvl1pPr>
              <a:defRPr/>
            </a:lvl1pPr>
          </a:lstStyle>
          <a:p>
            <a:endParaRPr lang="de-DE"/>
          </a:p>
        </p:txBody>
      </p:sp>
      <p:sp>
        <p:nvSpPr>
          <p:cNvPr id="6" name="Foliennummernplatzhalter 5"/>
          <p:cNvSpPr>
            <a:spLocks noGrp="1"/>
          </p:cNvSpPr>
          <p:nvPr>
            <p:ph type="sldNum" idx="12"/>
          </p:nvPr>
        </p:nvSpPr>
        <p:spPr/>
        <p:txBody>
          <a:bodyPr/>
          <a:lstStyle>
            <a:lvl1pPr>
              <a:defRPr/>
            </a:lvl1pPr>
          </a:lstStyle>
          <a:p>
            <a:fld id="{4825075E-387B-1644-B092-7900A7E9CE48}" type="slidenum">
              <a:rPr lang="de-DE"/>
              <a:pPr/>
              <a:t>‹Nr.›</a:t>
            </a:fld>
            <a:endParaRPr lang="de-DE"/>
          </a:p>
        </p:txBody>
      </p:sp>
    </p:spTree>
    <p:extLst>
      <p:ext uri="{BB962C8B-B14F-4D97-AF65-F5344CB8AC3E}">
        <p14:creationId xmlns:p14="http://schemas.microsoft.com/office/powerpoint/2010/main" val="270138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2392363" y="27508200"/>
            <a:ext cx="25738137" cy="8502650"/>
          </a:xfrm>
        </p:spPr>
        <p:txBody>
          <a:bodyPr anchor="t"/>
          <a:lstStyle>
            <a:lvl1pPr algn="l">
              <a:defRPr sz="4000" b="1" cap="all"/>
            </a:lvl1pPr>
          </a:lstStyle>
          <a:p>
            <a:r>
              <a:rPr lang="de-DE"/>
              <a:t>Mastertitelformat bearbeiten</a:t>
            </a:r>
          </a:p>
        </p:txBody>
      </p:sp>
      <p:sp>
        <p:nvSpPr>
          <p:cNvPr id="3" name="Textplatzhalter 2"/>
          <p:cNvSpPr>
            <a:spLocks noGrp="1"/>
          </p:cNvSpPr>
          <p:nvPr>
            <p:ph type="body" idx="1"/>
          </p:nvPr>
        </p:nvSpPr>
        <p:spPr>
          <a:xfrm>
            <a:off x="2392363" y="18143538"/>
            <a:ext cx="25738137" cy="9364662"/>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de-DE"/>
              <a:t>Mastertextformat bearbeiten</a:t>
            </a:r>
          </a:p>
        </p:txBody>
      </p:sp>
      <p:sp>
        <p:nvSpPr>
          <p:cNvPr id="4" name="Datumsplatzhalter 3"/>
          <p:cNvSpPr>
            <a:spLocks noGrp="1"/>
          </p:cNvSpPr>
          <p:nvPr>
            <p:ph type="dt" idx="10"/>
          </p:nvPr>
        </p:nvSpPr>
        <p:spPr/>
        <p:txBody>
          <a:bodyPr/>
          <a:lstStyle>
            <a:lvl1pPr>
              <a:defRPr/>
            </a:lvl1pPr>
          </a:lstStyle>
          <a:p>
            <a:endParaRPr lang="de-DE"/>
          </a:p>
        </p:txBody>
      </p:sp>
      <p:sp>
        <p:nvSpPr>
          <p:cNvPr id="5" name="Fußzeilenplatzhalter 4"/>
          <p:cNvSpPr>
            <a:spLocks noGrp="1"/>
          </p:cNvSpPr>
          <p:nvPr>
            <p:ph type="ftr" idx="11"/>
          </p:nvPr>
        </p:nvSpPr>
        <p:spPr/>
        <p:txBody>
          <a:bodyPr/>
          <a:lstStyle>
            <a:lvl1pPr>
              <a:defRPr/>
            </a:lvl1pPr>
          </a:lstStyle>
          <a:p>
            <a:endParaRPr lang="de-DE"/>
          </a:p>
        </p:txBody>
      </p:sp>
      <p:sp>
        <p:nvSpPr>
          <p:cNvPr id="6" name="Foliennummernplatzhalter 5"/>
          <p:cNvSpPr>
            <a:spLocks noGrp="1"/>
          </p:cNvSpPr>
          <p:nvPr>
            <p:ph type="sldNum" idx="12"/>
          </p:nvPr>
        </p:nvSpPr>
        <p:spPr/>
        <p:txBody>
          <a:bodyPr/>
          <a:lstStyle>
            <a:lvl1pPr>
              <a:defRPr/>
            </a:lvl1pPr>
          </a:lstStyle>
          <a:p>
            <a:fld id="{C8A82C75-D8DF-FD4F-B5CB-397C17DA11FE}" type="slidenum">
              <a:rPr lang="de-DE"/>
              <a:pPr/>
              <a:t>‹Nr.›</a:t>
            </a:fld>
            <a:endParaRPr lang="de-DE"/>
          </a:p>
        </p:txBody>
      </p:sp>
    </p:spTree>
    <p:extLst>
      <p:ext uri="{BB962C8B-B14F-4D97-AF65-F5344CB8AC3E}">
        <p14:creationId xmlns:p14="http://schemas.microsoft.com/office/powerpoint/2010/main" val="2152280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1830388" y="10220325"/>
            <a:ext cx="13184187" cy="277463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15166975" y="10220325"/>
            <a:ext cx="13184188" cy="277463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idx="10"/>
          </p:nvPr>
        </p:nvSpPr>
        <p:spPr/>
        <p:txBody>
          <a:bodyPr/>
          <a:lstStyle>
            <a:lvl1pPr>
              <a:defRPr/>
            </a:lvl1pPr>
          </a:lstStyle>
          <a:p>
            <a:endParaRPr lang="de-DE"/>
          </a:p>
        </p:txBody>
      </p:sp>
      <p:sp>
        <p:nvSpPr>
          <p:cNvPr id="6" name="Fußzeilenplatzhalter 5"/>
          <p:cNvSpPr>
            <a:spLocks noGrp="1"/>
          </p:cNvSpPr>
          <p:nvPr>
            <p:ph type="ftr" idx="11"/>
          </p:nvPr>
        </p:nvSpPr>
        <p:spPr/>
        <p:txBody>
          <a:bodyPr/>
          <a:lstStyle>
            <a:lvl1pPr>
              <a:defRPr/>
            </a:lvl1pPr>
          </a:lstStyle>
          <a:p>
            <a:endParaRPr lang="de-DE"/>
          </a:p>
        </p:txBody>
      </p:sp>
      <p:sp>
        <p:nvSpPr>
          <p:cNvPr id="7" name="Foliennummernplatzhalter 6"/>
          <p:cNvSpPr>
            <a:spLocks noGrp="1"/>
          </p:cNvSpPr>
          <p:nvPr>
            <p:ph type="sldNum" idx="12"/>
          </p:nvPr>
        </p:nvSpPr>
        <p:spPr/>
        <p:txBody>
          <a:bodyPr/>
          <a:lstStyle>
            <a:lvl1pPr>
              <a:defRPr/>
            </a:lvl1pPr>
          </a:lstStyle>
          <a:p>
            <a:fld id="{1140683B-263D-7848-91E0-0BF566A46868}" type="slidenum">
              <a:rPr lang="de-DE"/>
              <a:pPr/>
              <a:t>‹Nr.›</a:t>
            </a:fld>
            <a:endParaRPr lang="de-DE"/>
          </a:p>
        </p:txBody>
      </p:sp>
    </p:spTree>
    <p:extLst>
      <p:ext uri="{BB962C8B-B14F-4D97-AF65-F5344CB8AC3E}">
        <p14:creationId xmlns:p14="http://schemas.microsoft.com/office/powerpoint/2010/main" val="41577994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1514475" y="1714500"/>
            <a:ext cx="27251025" cy="7134225"/>
          </a:xfrm>
        </p:spPr>
        <p:txBody>
          <a:bodyPr/>
          <a:lstStyle>
            <a:lvl1pPr>
              <a:defRPr/>
            </a:lvl1pPr>
          </a:lstStyle>
          <a:p>
            <a:r>
              <a:rPr lang="de-DE"/>
              <a:t>Mastertitelformat bearbeiten</a:t>
            </a:r>
          </a:p>
        </p:txBody>
      </p:sp>
      <p:sp>
        <p:nvSpPr>
          <p:cNvPr id="3" name="Textplatzhalter 2"/>
          <p:cNvSpPr>
            <a:spLocks noGrp="1"/>
          </p:cNvSpPr>
          <p:nvPr>
            <p:ph type="body" idx="1"/>
          </p:nvPr>
        </p:nvSpPr>
        <p:spPr>
          <a:xfrm>
            <a:off x="1514475" y="9582150"/>
            <a:ext cx="13377863" cy="39941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p:cNvSpPr>
            <a:spLocks noGrp="1"/>
          </p:cNvSpPr>
          <p:nvPr>
            <p:ph sz="half" idx="2"/>
          </p:nvPr>
        </p:nvSpPr>
        <p:spPr>
          <a:xfrm>
            <a:off x="1514475" y="13576300"/>
            <a:ext cx="13377863" cy="24663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15381288" y="9582150"/>
            <a:ext cx="13384212" cy="39941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p:cNvSpPr>
            <a:spLocks noGrp="1"/>
          </p:cNvSpPr>
          <p:nvPr>
            <p:ph sz="quarter" idx="4"/>
          </p:nvPr>
        </p:nvSpPr>
        <p:spPr>
          <a:xfrm>
            <a:off x="15381288" y="13576300"/>
            <a:ext cx="13384212" cy="24663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p:cNvSpPr>
            <a:spLocks noGrp="1"/>
          </p:cNvSpPr>
          <p:nvPr>
            <p:ph type="dt" idx="10"/>
          </p:nvPr>
        </p:nvSpPr>
        <p:spPr/>
        <p:txBody>
          <a:bodyPr/>
          <a:lstStyle>
            <a:lvl1pPr>
              <a:defRPr/>
            </a:lvl1pPr>
          </a:lstStyle>
          <a:p>
            <a:endParaRPr lang="de-DE"/>
          </a:p>
        </p:txBody>
      </p:sp>
      <p:sp>
        <p:nvSpPr>
          <p:cNvPr id="8" name="Fußzeilenplatzhalter 7"/>
          <p:cNvSpPr>
            <a:spLocks noGrp="1"/>
          </p:cNvSpPr>
          <p:nvPr>
            <p:ph type="ftr" idx="11"/>
          </p:nvPr>
        </p:nvSpPr>
        <p:spPr/>
        <p:txBody>
          <a:bodyPr/>
          <a:lstStyle>
            <a:lvl1pPr>
              <a:defRPr/>
            </a:lvl1pPr>
          </a:lstStyle>
          <a:p>
            <a:endParaRPr lang="de-DE"/>
          </a:p>
        </p:txBody>
      </p:sp>
      <p:sp>
        <p:nvSpPr>
          <p:cNvPr id="9" name="Foliennummernplatzhalter 8"/>
          <p:cNvSpPr>
            <a:spLocks noGrp="1"/>
          </p:cNvSpPr>
          <p:nvPr>
            <p:ph type="sldNum" idx="12"/>
          </p:nvPr>
        </p:nvSpPr>
        <p:spPr/>
        <p:txBody>
          <a:bodyPr/>
          <a:lstStyle>
            <a:lvl1pPr>
              <a:defRPr/>
            </a:lvl1pPr>
          </a:lstStyle>
          <a:p>
            <a:fld id="{A66621F9-968B-724B-8D36-1649C7B1DB9A}" type="slidenum">
              <a:rPr lang="de-DE"/>
              <a:pPr/>
              <a:t>‹Nr.›</a:t>
            </a:fld>
            <a:endParaRPr lang="de-DE"/>
          </a:p>
        </p:txBody>
      </p:sp>
    </p:spTree>
    <p:extLst>
      <p:ext uri="{BB962C8B-B14F-4D97-AF65-F5344CB8AC3E}">
        <p14:creationId xmlns:p14="http://schemas.microsoft.com/office/powerpoint/2010/main" val="36584534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Datumsplatzhalter 2"/>
          <p:cNvSpPr>
            <a:spLocks noGrp="1"/>
          </p:cNvSpPr>
          <p:nvPr>
            <p:ph type="dt" idx="10"/>
          </p:nvPr>
        </p:nvSpPr>
        <p:spPr/>
        <p:txBody>
          <a:bodyPr/>
          <a:lstStyle>
            <a:lvl1pPr>
              <a:defRPr/>
            </a:lvl1pPr>
          </a:lstStyle>
          <a:p>
            <a:endParaRPr lang="de-DE"/>
          </a:p>
        </p:txBody>
      </p:sp>
      <p:sp>
        <p:nvSpPr>
          <p:cNvPr id="4" name="Fußzeilenplatzhalter 3"/>
          <p:cNvSpPr>
            <a:spLocks noGrp="1"/>
          </p:cNvSpPr>
          <p:nvPr>
            <p:ph type="ftr" idx="11"/>
          </p:nvPr>
        </p:nvSpPr>
        <p:spPr/>
        <p:txBody>
          <a:bodyPr/>
          <a:lstStyle>
            <a:lvl1pPr>
              <a:defRPr/>
            </a:lvl1pPr>
          </a:lstStyle>
          <a:p>
            <a:endParaRPr lang="de-DE"/>
          </a:p>
        </p:txBody>
      </p:sp>
      <p:sp>
        <p:nvSpPr>
          <p:cNvPr id="5" name="Foliennummernplatzhalter 4"/>
          <p:cNvSpPr>
            <a:spLocks noGrp="1"/>
          </p:cNvSpPr>
          <p:nvPr>
            <p:ph type="sldNum" idx="12"/>
          </p:nvPr>
        </p:nvSpPr>
        <p:spPr/>
        <p:txBody>
          <a:bodyPr/>
          <a:lstStyle>
            <a:lvl1pPr>
              <a:defRPr/>
            </a:lvl1pPr>
          </a:lstStyle>
          <a:p>
            <a:fld id="{B4E82E47-82D0-1245-AF49-BF2D788BC093}" type="slidenum">
              <a:rPr lang="de-DE"/>
              <a:pPr/>
              <a:t>‹Nr.›</a:t>
            </a:fld>
            <a:endParaRPr lang="de-DE"/>
          </a:p>
        </p:txBody>
      </p:sp>
    </p:spTree>
    <p:extLst>
      <p:ext uri="{BB962C8B-B14F-4D97-AF65-F5344CB8AC3E}">
        <p14:creationId xmlns:p14="http://schemas.microsoft.com/office/powerpoint/2010/main" val="42394367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idx="10"/>
          </p:nvPr>
        </p:nvSpPr>
        <p:spPr/>
        <p:txBody>
          <a:bodyPr/>
          <a:lstStyle>
            <a:lvl1pPr>
              <a:defRPr/>
            </a:lvl1pPr>
          </a:lstStyle>
          <a:p>
            <a:endParaRPr lang="de-DE"/>
          </a:p>
        </p:txBody>
      </p:sp>
      <p:sp>
        <p:nvSpPr>
          <p:cNvPr id="3" name="Fußzeilenplatzhalter 2"/>
          <p:cNvSpPr>
            <a:spLocks noGrp="1"/>
          </p:cNvSpPr>
          <p:nvPr>
            <p:ph type="ftr" idx="11"/>
          </p:nvPr>
        </p:nvSpPr>
        <p:spPr/>
        <p:txBody>
          <a:bodyPr/>
          <a:lstStyle>
            <a:lvl1pPr>
              <a:defRPr/>
            </a:lvl1pPr>
          </a:lstStyle>
          <a:p>
            <a:endParaRPr lang="de-DE"/>
          </a:p>
        </p:txBody>
      </p:sp>
      <p:sp>
        <p:nvSpPr>
          <p:cNvPr id="4" name="Foliennummernplatzhalter 3"/>
          <p:cNvSpPr>
            <a:spLocks noGrp="1"/>
          </p:cNvSpPr>
          <p:nvPr>
            <p:ph type="sldNum" idx="12"/>
          </p:nvPr>
        </p:nvSpPr>
        <p:spPr/>
        <p:txBody>
          <a:bodyPr/>
          <a:lstStyle>
            <a:lvl1pPr>
              <a:defRPr/>
            </a:lvl1pPr>
          </a:lstStyle>
          <a:p>
            <a:fld id="{79FEB1DB-048D-7146-977B-BC1DE78ACCFB}" type="slidenum">
              <a:rPr lang="de-DE"/>
              <a:pPr/>
              <a:t>‹Nr.›</a:t>
            </a:fld>
            <a:endParaRPr lang="de-DE"/>
          </a:p>
        </p:txBody>
      </p:sp>
    </p:spTree>
    <p:extLst>
      <p:ext uri="{BB962C8B-B14F-4D97-AF65-F5344CB8AC3E}">
        <p14:creationId xmlns:p14="http://schemas.microsoft.com/office/powerpoint/2010/main" val="39736037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1514475" y="1704975"/>
            <a:ext cx="9961563" cy="7253288"/>
          </a:xfrm>
        </p:spPr>
        <p:txBody>
          <a:bodyPr anchor="b"/>
          <a:lstStyle>
            <a:lvl1pPr algn="l">
              <a:defRPr sz="2000" b="1"/>
            </a:lvl1pPr>
          </a:lstStyle>
          <a:p>
            <a:r>
              <a:rPr lang="de-DE"/>
              <a:t>Mastertitelformat bearbeiten</a:t>
            </a:r>
          </a:p>
        </p:txBody>
      </p:sp>
      <p:sp>
        <p:nvSpPr>
          <p:cNvPr id="3" name="Inhaltsplatzhalter 2"/>
          <p:cNvSpPr>
            <a:spLocks noGrp="1"/>
          </p:cNvSpPr>
          <p:nvPr>
            <p:ph idx="1"/>
          </p:nvPr>
        </p:nvSpPr>
        <p:spPr>
          <a:xfrm>
            <a:off x="11837988" y="1704975"/>
            <a:ext cx="16927512" cy="365347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1514475" y="8958263"/>
            <a:ext cx="9961563" cy="2928143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Datumsplatzhalter 4"/>
          <p:cNvSpPr>
            <a:spLocks noGrp="1"/>
          </p:cNvSpPr>
          <p:nvPr>
            <p:ph type="dt" idx="10"/>
          </p:nvPr>
        </p:nvSpPr>
        <p:spPr/>
        <p:txBody>
          <a:bodyPr/>
          <a:lstStyle>
            <a:lvl1pPr>
              <a:defRPr/>
            </a:lvl1pPr>
          </a:lstStyle>
          <a:p>
            <a:endParaRPr lang="de-DE"/>
          </a:p>
        </p:txBody>
      </p:sp>
      <p:sp>
        <p:nvSpPr>
          <p:cNvPr id="6" name="Fußzeilenplatzhalter 5"/>
          <p:cNvSpPr>
            <a:spLocks noGrp="1"/>
          </p:cNvSpPr>
          <p:nvPr>
            <p:ph type="ftr" idx="11"/>
          </p:nvPr>
        </p:nvSpPr>
        <p:spPr/>
        <p:txBody>
          <a:bodyPr/>
          <a:lstStyle>
            <a:lvl1pPr>
              <a:defRPr/>
            </a:lvl1pPr>
          </a:lstStyle>
          <a:p>
            <a:endParaRPr lang="de-DE"/>
          </a:p>
        </p:txBody>
      </p:sp>
      <p:sp>
        <p:nvSpPr>
          <p:cNvPr id="7" name="Foliennummernplatzhalter 6"/>
          <p:cNvSpPr>
            <a:spLocks noGrp="1"/>
          </p:cNvSpPr>
          <p:nvPr>
            <p:ph type="sldNum" idx="12"/>
          </p:nvPr>
        </p:nvSpPr>
        <p:spPr/>
        <p:txBody>
          <a:bodyPr/>
          <a:lstStyle>
            <a:lvl1pPr>
              <a:defRPr/>
            </a:lvl1pPr>
          </a:lstStyle>
          <a:p>
            <a:fld id="{A9FA92C1-4E45-FD49-9817-924A1406366E}" type="slidenum">
              <a:rPr lang="de-DE"/>
              <a:pPr/>
              <a:t>‹Nr.›</a:t>
            </a:fld>
            <a:endParaRPr lang="de-DE"/>
          </a:p>
        </p:txBody>
      </p:sp>
    </p:spTree>
    <p:extLst>
      <p:ext uri="{BB962C8B-B14F-4D97-AF65-F5344CB8AC3E}">
        <p14:creationId xmlns:p14="http://schemas.microsoft.com/office/powerpoint/2010/main" val="2507454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5935663" y="29965650"/>
            <a:ext cx="18167350" cy="3538538"/>
          </a:xfrm>
        </p:spPr>
        <p:txBody>
          <a:bodyPr anchor="b"/>
          <a:lstStyle>
            <a:lvl1pPr algn="l">
              <a:defRPr sz="2000" b="1"/>
            </a:lvl1pPr>
          </a:lstStyle>
          <a:p>
            <a:r>
              <a:rPr lang="de-DE"/>
              <a:t>Mastertitelformat bearbeiten</a:t>
            </a:r>
          </a:p>
        </p:txBody>
      </p:sp>
      <p:sp>
        <p:nvSpPr>
          <p:cNvPr id="3" name="Bildplatzhalter 2"/>
          <p:cNvSpPr>
            <a:spLocks noGrp="1"/>
          </p:cNvSpPr>
          <p:nvPr>
            <p:ph type="pic" idx="1"/>
          </p:nvPr>
        </p:nvSpPr>
        <p:spPr>
          <a:xfrm>
            <a:off x="5935663" y="3824288"/>
            <a:ext cx="18167350" cy="256857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5935663" y="33504188"/>
            <a:ext cx="18167350" cy="50228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Datumsplatzhalter 4"/>
          <p:cNvSpPr>
            <a:spLocks noGrp="1"/>
          </p:cNvSpPr>
          <p:nvPr>
            <p:ph type="dt" idx="10"/>
          </p:nvPr>
        </p:nvSpPr>
        <p:spPr/>
        <p:txBody>
          <a:bodyPr/>
          <a:lstStyle>
            <a:lvl1pPr>
              <a:defRPr/>
            </a:lvl1pPr>
          </a:lstStyle>
          <a:p>
            <a:endParaRPr lang="de-DE"/>
          </a:p>
        </p:txBody>
      </p:sp>
      <p:sp>
        <p:nvSpPr>
          <p:cNvPr id="6" name="Fußzeilenplatzhalter 5"/>
          <p:cNvSpPr>
            <a:spLocks noGrp="1"/>
          </p:cNvSpPr>
          <p:nvPr>
            <p:ph type="ftr" idx="11"/>
          </p:nvPr>
        </p:nvSpPr>
        <p:spPr/>
        <p:txBody>
          <a:bodyPr/>
          <a:lstStyle>
            <a:lvl1pPr>
              <a:defRPr/>
            </a:lvl1pPr>
          </a:lstStyle>
          <a:p>
            <a:endParaRPr lang="de-DE"/>
          </a:p>
        </p:txBody>
      </p:sp>
      <p:sp>
        <p:nvSpPr>
          <p:cNvPr id="7" name="Foliennummernplatzhalter 6"/>
          <p:cNvSpPr>
            <a:spLocks noGrp="1"/>
          </p:cNvSpPr>
          <p:nvPr>
            <p:ph type="sldNum" idx="12"/>
          </p:nvPr>
        </p:nvSpPr>
        <p:spPr/>
        <p:txBody>
          <a:bodyPr/>
          <a:lstStyle>
            <a:lvl1pPr>
              <a:defRPr/>
            </a:lvl1pPr>
          </a:lstStyle>
          <a:p>
            <a:fld id="{FD24DB80-6079-D34E-A444-E6126F0E6642}" type="slidenum">
              <a:rPr lang="de-DE"/>
              <a:pPr/>
              <a:t>‹Nr.›</a:t>
            </a:fld>
            <a:endParaRPr lang="de-DE"/>
          </a:p>
        </p:txBody>
      </p:sp>
    </p:spTree>
    <p:extLst>
      <p:ext uri="{BB962C8B-B14F-4D97-AF65-F5344CB8AC3E}">
        <p14:creationId xmlns:p14="http://schemas.microsoft.com/office/powerpoint/2010/main" val="1818754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Vertikaler Textplatzhalt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idx="10"/>
          </p:nvPr>
        </p:nvSpPr>
        <p:spPr/>
        <p:txBody>
          <a:bodyPr/>
          <a:lstStyle>
            <a:lvl1pPr>
              <a:defRPr/>
            </a:lvl1pPr>
          </a:lstStyle>
          <a:p>
            <a:endParaRPr lang="de-DE"/>
          </a:p>
        </p:txBody>
      </p:sp>
      <p:sp>
        <p:nvSpPr>
          <p:cNvPr id="5" name="Fußzeilenplatzhalter 4"/>
          <p:cNvSpPr>
            <a:spLocks noGrp="1"/>
          </p:cNvSpPr>
          <p:nvPr>
            <p:ph type="ftr" idx="11"/>
          </p:nvPr>
        </p:nvSpPr>
        <p:spPr/>
        <p:txBody>
          <a:bodyPr/>
          <a:lstStyle>
            <a:lvl1pPr>
              <a:defRPr/>
            </a:lvl1pPr>
          </a:lstStyle>
          <a:p>
            <a:endParaRPr lang="de-DE"/>
          </a:p>
        </p:txBody>
      </p:sp>
      <p:sp>
        <p:nvSpPr>
          <p:cNvPr id="6" name="Foliennummernplatzhalter 5"/>
          <p:cNvSpPr>
            <a:spLocks noGrp="1"/>
          </p:cNvSpPr>
          <p:nvPr>
            <p:ph type="sldNum" idx="12"/>
          </p:nvPr>
        </p:nvSpPr>
        <p:spPr/>
        <p:txBody>
          <a:bodyPr/>
          <a:lstStyle>
            <a:lvl1pPr>
              <a:defRPr/>
            </a:lvl1pPr>
          </a:lstStyle>
          <a:p>
            <a:fld id="{A3441795-0877-664B-97C5-16E947626302}" type="slidenum">
              <a:rPr lang="de-DE"/>
              <a:pPr/>
              <a:t>‹Nr.›</a:t>
            </a:fld>
            <a:endParaRPr lang="de-DE"/>
          </a:p>
        </p:txBody>
      </p:sp>
    </p:spTree>
    <p:extLst>
      <p:ext uri="{BB962C8B-B14F-4D97-AF65-F5344CB8AC3E}">
        <p14:creationId xmlns:p14="http://schemas.microsoft.com/office/powerpoint/2010/main" val="1712127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21721763" y="2057400"/>
            <a:ext cx="6629400" cy="35909250"/>
          </a:xfrm>
        </p:spPr>
        <p:txBody>
          <a:bodyPr vert="eaVert"/>
          <a:lstStyle/>
          <a:p>
            <a:r>
              <a:rPr lang="de-DE"/>
              <a:t>Mastertitelformat bearbeiten</a:t>
            </a:r>
          </a:p>
        </p:txBody>
      </p:sp>
      <p:sp>
        <p:nvSpPr>
          <p:cNvPr id="3" name="Vertikaler Textplatzhalter 2"/>
          <p:cNvSpPr>
            <a:spLocks noGrp="1"/>
          </p:cNvSpPr>
          <p:nvPr>
            <p:ph type="body" orient="vert" idx="1"/>
          </p:nvPr>
        </p:nvSpPr>
        <p:spPr>
          <a:xfrm>
            <a:off x="1830388" y="2057400"/>
            <a:ext cx="19738975" cy="35909250"/>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idx="10"/>
          </p:nvPr>
        </p:nvSpPr>
        <p:spPr/>
        <p:txBody>
          <a:bodyPr/>
          <a:lstStyle>
            <a:lvl1pPr>
              <a:defRPr/>
            </a:lvl1pPr>
          </a:lstStyle>
          <a:p>
            <a:endParaRPr lang="de-DE"/>
          </a:p>
        </p:txBody>
      </p:sp>
      <p:sp>
        <p:nvSpPr>
          <p:cNvPr id="5" name="Fußzeilenplatzhalter 4"/>
          <p:cNvSpPr>
            <a:spLocks noGrp="1"/>
          </p:cNvSpPr>
          <p:nvPr>
            <p:ph type="ftr" idx="11"/>
          </p:nvPr>
        </p:nvSpPr>
        <p:spPr/>
        <p:txBody>
          <a:bodyPr/>
          <a:lstStyle>
            <a:lvl1pPr>
              <a:defRPr/>
            </a:lvl1pPr>
          </a:lstStyle>
          <a:p>
            <a:endParaRPr lang="de-DE"/>
          </a:p>
        </p:txBody>
      </p:sp>
      <p:sp>
        <p:nvSpPr>
          <p:cNvPr id="6" name="Foliennummernplatzhalter 5"/>
          <p:cNvSpPr>
            <a:spLocks noGrp="1"/>
          </p:cNvSpPr>
          <p:nvPr>
            <p:ph type="sldNum" idx="12"/>
          </p:nvPr>
        </p:nvSpPr>
        <p:spPr/>
        <p:txBody>
          <a:bodyPr/>
          <a:lstStyle>
            <a:lvl1pPr>
              <a:defRPr/>
            </a:lvl1pPr>
          </a:lstStyle>
          <a:p>
            <a:fld id="{D7E761FA-8CED-CC41-9781-4CE57C43300D}" type="slidenum">
              <a:rPr lang="de-DE"/>
              <a:pPr/>
              <a:t>‹Nr.›</a:t>
            </a:fld>
            <a:endParaRPr lang="de-DE"/>
          </a:p>
        </p:txBody>
      </p:sp>
    </p:spTree>
    <p:extLst>
      <p:ext uri="{BB962C8B-B14F-4D97-AF65-F5344CB8AC3E}">
        <p14:creationId xmlns:p14="http://schemas.microsoft.com/office/powerpoint/2010/main" val="3663525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5" name="Rectangle 1"/>
          <p:cNvSpPr>
            <a:spLocks noGrp="1" noChangeArrowheads="1"/>
          </p:cNvSpPr>
          <p:nvPr>
            <p:ph type="title"/>
          </p:nvPr>
        </p:nvSpPr>
        <p:spPr bwMode="auto">
          <a:xfrm>
            <a:off x="1830388" y="2057400"/>
            <a:ext cx="26520775" cy="70183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0" tIns="0" rIns="0" bIns="0" numCol="1" anchor="ctr" anchorCtr="0" compatLnSpc="1">
            <a:prstTxWarp prst="textNoShape">
              <a:avLst/>
            </a:prstTxWarp>
          </a:bodyPr>
          <a:lstStyle/>
          <a:p>
            <a:pPr lvl="0"/>
            <a:r>
              <a:rPr lang="en-GB"/>
              <a:t>Klicken Sie, um das Format des Titeltextes zu bearbeiten</a:t>
            </a:r>
          </a:p>
        </p:txBody>
      </p:sp>
      <p:sp>
        <p:nvSpPr>
          <p:cNvPr id="1026" name="Rectangle 2"/>
          <p:cNvSpPr>
            <a:spLocks noGrp="1" noChangeArrowheads="1"/>
          </p:cNvSpPr>
          <p:nvPr>
            <p:ph type="body" idx="1"/>
          </p:nvPr>
        </p:nvSpPr>
        <p:spPr bwMode="auto">
          <a:xfrm>
            <a:off x="1830388" y="10220325"/>
            <a:ext cx="26520775" cy="2774632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0" tIns="28224" rIns="0" bIns="0" numCol="1" anchor="t" anchorCtr="0" compatLnSpc="1">
            <a:prstTxWarp prst="textNoShape">
              <a:avLst/>
            </a:prstTxWarp>
          </a:bodyPr>
          <a:lstStyle/>
          <a:p>
            <a:pPr lvl="0"/>
            <a:r>
              <a:rPr lang="en-GB"/>
              <a:t>Klicken Sie, um die Formate des Gliederungstextes zu bearbeiten</a:t>
            </a:r>
          </a:p>
          <a:p>
            <a:pPr lvl="1"/>
            <a:r>
              <a:rPr lang="en-GB"/>
              <a:t>Zweite Gliederungsebene</a:t>
            </a:r>
          </a:p>
          <a:p>
            <a:pPr lvl="2"/>
            <a:r>
              <a:rPr lang="en-GB"/>
              <a:t>Dritte Gliederungsebene</a:t>
            </a:r>
          </a:p>
          <a:p>
            <a:pPr lvl="3"/>
            <a:r>
              <a:rPr lang="en-GB"/>
              <a:t>Vierte Gliederungsebene</a:t>
            </a:r>
          </a:p>
          <a:p>
            <a:pPr lvl="4"/>
            <a:r>
              <a:rPr lang="en-GB"/>
              <a:t>Fünfte Gliederungsebene</a:t>
            </a:r>
          </a:p>
          <a:p>
            <a:pPr lvl="4"/>
            <a:r>
              <a:rPr lang="en-GB"/>
              <a:t>Sechste Gliederungsebene</a:t>
            </a:r>
          </a:p>
          <a:p>
            <a:pPr lvl="4"/>
            <a:r>
              <a:rPr lang="en-GB"/>
              <a:t>Siebente Gliederungsebene</a:t>
            </a:r>
          </a:p>
          <a:p>
            <a:pPr lvl="4"/>
            <a:r>
              <a:rPr lang="en-GB"/>
              <a:t>Achte Gliederungsebene</a:t>
            </a:r>
          </a:p>
          <a:p>
            <a:pPr lvl="4"/>
            <a:r>
              <a:rPr lang="en-GB"/>
              <a:t>Neunte Gliederungsebene</a:t>
            </a:r>
          </a:p>
        </p:txBody>
      </p:sp>
      <p:sp>
        <p:nvSpPr>
          <p:cNvPr id="1027" name="Rectangle 3"/>
          <p:cNvSpPr>
            <a:spLocks noGrp="1" noChangeArrowheads="1"/>
          </p:cNvSpPr>
          <p:nvPr>
            <p:ph type="dt"/>
          </p:nvPr>
        </p:nvSpPr>
        <p:spPr bwMode="auto">
          <a:xfrm>
            <a:off x="1830388" y="38684200"/>
            <a:ext cx="6864350" cy="289718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a:lnSpc>
                <a:spcPct val="95000"/>
              </a:lnSpc>
              <a:tabLst>
                <a:tab pos="723900" algn="l"/>
                <a:tab pos="1447800" algn="l"/>
                <a:tab pos="2171700" algn="l"/>
                <a:tab pos="2895600" algn="l"/>
                <a:tab pos="3619500" algn="l"/>
                <a:tab pos="4343400" algn="l"/>
                <a:tab pos="5067300" algn="l"/>
                <a:tab pos="5791200" algn="l"/>
                <a:tab pos="6515100" algn="l"/>
              </a:tabLst>
              <a:defRPr sz="1400">
                <a:solidFill>
                  <a:srgbClr val="000000"/>
                </a:solidFill>
                <a:latin typeface="Times New Roman" charset="0"/>
              </a:defRPr>
            </a:lvl1pPr>
          </a:lstStyle>
          <a:p>
            <a:endParaRPr lang="de-DE"/>
          </a:p>
        </p:txBody>
      </p:sp>
      <p:sp>
        <p:nvSpPr>
          <p:cNvPr id="1028" name="Rectangle 4"/>
          <p:cNvSpPr>
            <a:spLocks noGrp="1" noChangeArrowheads="1"/>
          </p:cNvSpPr>
          <p:nvPr>
            <p:ph type="ftr"/>
          </p:nvPr>
        </p:nvSpPr>
        <p:spPr bwMode="auto">
          <a:xfrm>
            <a:off x="10434638" y="38684200"/>
            <a:ext cx="9339262" cy="289718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algn="ctr">
              <a:lnSpc>
                <a:spcPct val="95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1400">
                <a:solidFill>
                  <a:srgbClr val="000000"/>
                </a:solidFill>
                <a:latin typeface="Times New Roman" charset="0"/>
              </a:defRPr>
            </a:lvl1pPr>
          </a:lstStyle>
          <a:p>
            <a:endParaRPr lang="de-DE"/>
          </a:p>
        </p:txBody>
      </p:sp>
      <p:sp>
        <p:nvSpPr>
          <p:cNvPr id="1029" name="Rectangle 5"/>
          <p:cNvSpPr>
            <a:spLocks noGrp="1" noChangeArrowheads="1"/>
          </p:cNvSpPr>
          <p:nvPr>
            <p:ph type="sldNum"/>
          </p:nvPr>
        </p:nvSpPr>
        <p:spPr bwMode="auto">
          <a:xfrm>
            <a:off x="21486813" y="38684200"/>
            <a:ext cx="6864350" cy="289718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algn="r">
              <a:lnSpc>
                <a:spcPct val="95000"/>
              </a:lnSpc>
              <a:tabLst>
                <a:tab pos="723900" algn="l"/>
                <a:tab pos="1447800" algn="l"/>
                <a:tab pos="2171700" algn="l"/>
                <a:tab pos="2895600" algn="l"/>
                <a:tab pos="3619500" algn="l"/>
                <a:tab pos="4343400" algn="l"/>
                <a:tab pos="5067300" algn="l"/>
                <a:tab pos="5791200" algn="l"/>
                <a:tab pos="6515100" algn="l"/>
              </a:tabLst>
              <a:defRPr sz="1400">
                <a:solidFill>
                  <a:srgbClr val="000000"/>
                </a:solidFill>
                <a:latin typeface="Times New Roman" charset="0"/>
              </a:defRPr>
            </a:lvl1pPr>
          </a:lstStyle>
          <a:p>
            <a:fld id="{D735C56D-6CC1-5F42-BB8F-DDCA24966034}" type="slidenum">
              <a:rPr lang="de-DE"/>
              <a:pPr/>
              <a:t>‹Nr.›</a:t>
            </a:fld>
            <a:endParaRPr lang="de-D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49263" rtl="0" fontAlgn="base" hangingPunct="0">
        <a:lnSpc>
          <a:spcPct val="93000"/>
        </a:lnSpc>
        <a:spcBef>
          <a:spcPct val="0"/>
        </a:spcBef>
        <a:spcAft>
          <a:spcPct val="0"/>
        </a:spcAft>
        <a:buClr>
          <a:srgbClr val="000000"/>
        </a:buClr>
        <a:buSzPct val="100000"/>
        <a:buFont typeface="Times New Roman" charset="0"/>
        <a:defRPr sz="4400">
          <a:solidFill>
            <a:srgbClr val="000000"/>
          </a:solidFill>
          <a:latin typeface="+mj-lt"/>
          <a:ea typeface="+mj-ea"/>
          <a:cs typeface="+mj-cs"/>
        </a:defRPr>
      </a:lvl1pPr>
      <a:lvl2pPr marL="742950" indent="-285750" algn="ctr" defTabSz="449263" rtl="0" fontAlgn="base" hangingPunct="0">
        <a:lnSpc>
          <a:spcPct val="93000"/>
        </a:lnSpc>
        <a:spcBef>
          <a:spcPct val="0"/>
        </a:spcBef>
        <a:spcAft>
          <a:spcPct val="0"/>
        </a:spcAft>
        <a:buClr>
          <a:srgbClr val="000000"/>
        </a:buClr>
        <a:buSzPct val="100000"/>
        <a:buFont typeface="Times New Roman" charset="0"/>
        <a:defRPr sz="4400">
          <a:solidFill>
            <a:srgbClr val="000000"/>
          </a:solidFill>
          <a:latin typeface="Arial" charset="0"/>
          <a:ea typeface="MS Gothic" charset="0"/>
          <a:cs typeface="MS Gothic" charset="0"/>
        </a:defRPr>
      </a:lvl2pPr>
      <a:lvl3pPr marL="1143000" indent="-228600" algn="ctr" defTabSz="449263" rtl="0" fontAlgn="base" hangingPunct="0">
        <a:lnSpc>
          <a:spcPct val="93000"/>
        </a:lnSpc>
        <a:spcBef>
          <a:spcPct val="0"/>
        </a:spcBef>
        <a:spcAft>
          <a:spcPct val="0"/>
        </a:spcAft>
        <a:buClr>
          <a:srgbClr val="000000"/>
        </a:buClr>
        <a:buSzPct val="100000"/>
        <a:buFont typeface="Times New Roman" charset="0"/>
        <a:defRPr sz="4400">
          <a:solidFill>
            <a:srgbClr val="000000"/>
          </a:solidFill>
          <a:latin typeface="Arial" charset="0"/>
          <a:ea typeface="MS Gothic" charset="0"/>
          <a:cs typeface="MS Gothic" charset="0"/>
        </a:defRPr>
      </a:lvl3pPr>
      <a:lvl4pPr marL="1600200" indent="-228600" algn="ctr" defTabSz="449263" rtl="0" fontAlgn="base" hangingPunct="0">
        <a:lnSpc>
          <a:spcPct val="93000"/>
        </a:lnSpc>
        <a:spcBef>
          <a:spcPct val="0"/>
        </a:spcBef>
        <a:spcAft>
          <a:spcPct val="0"/>
        </a:spcAft>
        <a:buClr>
          <a:srgbClr val="000000"/>
        </a:buClr>
        <a:buSzPct val="100000"/>
        <a:buFont typeface="Times New Roman" charset="0"/>
        <a:defRPr sz="4400">
          <a:solidFill>
            <a:srgbClr val="000000"/>
          </a:solidFill>
          <a:latin typeface="Arial" charset="0"/>
          <a:ea typeface="MS Gothic" charset="0"/>
          <a:cs typeface="MS Gothic" charset="0"/>
        </a:defRPr>
      </a:lvl4pPr>
      <a:lvl5pPr marL="2057400" indent="-228600" algn="ctr" defTabSz="449263" rtl="0" fontAlgn="base" hangingPunct="0">
        <a:lnSpc>
          <a:spcPct val="93000"/>
        </a:lnSpc>
        <a:spcBef>
          <a:spcPct val="0"/>
        </a:spcBef>
        <a:spcAft>
          <a:spcPct val="0"/>
        </a:spcAft>
        <a:buClr>
          <a:srgbClr val="000000"/>
        </a:buClr>
        <a:buSzPct val="100000"/>
        <a:buFont typeface="Times New Roman" charset="0"/>
        <a:defRPr sz="4400">
          <a:solidFill>
            <a:srgbClr val="000000"/>
          </a:solidFill>
          <a:latin typeface="Arial" charset="0"/>
          <a:ea typeface="MS Gothic" charset="0"/>
          <a:cs typeface="MS Gothic" charset="0"/>
        </a:defRPr>
      </a:lvl5pPr>
      <a:lvl6pPr marL="2514600" indent="-228600" algn="ctr" defTabSz="449263" rtl="0" fontAlgn="base" hangingPunct="0">
        <a:lnSpc>
          <a:spcPct val="93000"/>
        </a:lnSpc>
        <a:spcBef>
          <a:spcPct val="0"/>
        </a:spcBef>
        <a:spcAft>
          <a:spcPct val="0"/>
        </a:spcAft>
        <a:buClr>
          <a:srgbClr val="000000"/>
        </a:buClr>
        <a:buSzPct val="100000"/>
        <a:buFont typeface="Times New Roman" charset="0"/>
        <a:defRPr sz="4400">
          <a:solidFill>
            <a:srgbClr val="000000"/>
          </a:solidFill>
          <a:latin typeface="Arial" charset="0"/>
          <a:ea typeface="MS Gothic" charset="0"/>
          <a:cs typeface="MS Gothic" charset="0"/>
        </a:defRPr>
      </a:lvl6pPr>
      <a:lvl7pPr marL="2971800" indent="-228600" algn="ctr" defTabSz="449263" rtl="0" fontAlgn="base" hangingPunct="0">
        <a:lnSpc>
          <a:spcPct val="93000"/>
        </a:lnSpc>
        <a:spcBef>
          <a:spcPct val="0"/>
        </a:spcBef>
        <a:spcAft>
          <a:spcPct val="0"/>
        </a:spcAft>
        <a:buClr>
          <a:srgbClr val="000000"/>
        </a:buClr>
        <a:buSzPct val="100000"/>
        <a:buFont typeface="Times New Roman" charset="0"/>
        <a:defRPr sz="4400">
          <a:solidFill>
            <a:srgbClr val="000000"/>
          </a:solidFill>
          <a:latin typeface="Arial" charset="0"/>
          <a:ea typeface="MS Gothic" charset="0"/>
          <a:cs typeface="MS Gothic" charset="0"/>
        </a:defRPr>
      </a:lvl7pPr>
      <a:lvl8pPr marL="3429000" indent="-228600" algn="ctr" defTabSz="449263" rtl="0" fontAlgn="base" hangingPunct="0">
        <a:lnSpc>
          <a:spcPct val="93000"/>
        </a:lnSpc>
        <a:spcBef>
          <a:spcPct val="0"/>
        </a:spcBef>
        <a:spcAft>
          <a:spcPct val="0"/>
        </a:spcAft>
        <a:buClr>
          <a:srgbClr val="000000"/>
        </a:buClr>
        <a:buSzPct val="100000"/>
        <a:buFont typeface="Times New Roman" charset="0"/>
        <a:defRPr sz="4400">
          <a:solidFill>
            <a:srgbClr val="000000"/>
          </a:solidFill>
          <a:latin typeface="Arial" charset="0"/>
          <a:ea typeface="MS Gothic" charset="0"/>
          <a:cs typeface="MS Gothic" charset="0"/>
        </a:defRPr>
      </a:lvl8pPr>
      <a:lvl9pPr marL="3886200" indent="-228600" algn="ctr" defTabSz="449263" rtl="0" fontAlgn="base" hangingPunct="0">
        <a:lnSpc>
          <a:spcPct val="93000"/>
        </a:lnSpc>
        <a:spcBef>
          <a:spcPct val="0"/>
        </a:spcBef>
        <a:spcAft>
          <a:spcPct val="0"/>
        </a:spcAft>
        <a:buClr>
          <a:srgbClr val="000000"/>
        </a:buClr>
        <a:buSzPct val="100000"/>
        <a:buFont typeface="Times New Roman" charset="0"/>
        <a:defRPr sz="4400">
          <a:solidFill>
            <a:srgbClr val="000000"/>
          </a:solidFill>
          <a:latin typeface="Arial" charset="0"/>
          <a:ea typeface="MS Gothic" charset="0"/>
          <a:cs typeface="MS Gothic" charset="0"/>
        </a:defRPr>
      </a:lvl9pPr>
    </p:titleStyle>
    <p:bodyStyle>
      <a:lvl1pPr marL="342900" indent="-342900" algn="l" defTabSz="449263" rtl="0" fontAlgn="base" hangingPunct="0">
        <a:lnSpc>
          <a:spcPct val="93000"/>
        </a:lnSpc>
        <a:spcBef>
          <a:spcPct val="0"/>
        </a:spcBef>
        <a:spcAft>
          <a:spcPts val="1425"/>
        </a:spcAft>
        <a:buClr>
          <a:srgbClr val="000000"/>
        </a:buClr>
        <a:buSzPct val="100000"/>
        <a:buFont typeface="Times New Roman" charset="0"/>
        <a:defRPr sz="3200">
          <a:solidFill>
            <a:srgbClr val="000000"/>
          </a:solidFill>
          <a:latin typeface="+mn-lt"/>
          <a:ea typeface="+mn-ea"/>
          <a:cs typeface="+mn-cs"/>
        </a:defRPr>
      </a:lvl1pPr>
      <a:lvl2pPr marL="742950" indent="-285750" algn="l" defTabSz="449263" rtl="0" fontAlgn="base" hangingPunct="0">
        <a:lnSpc>
          <a:spcPct val="93000"/>
        </a:lnSpc>
        <a:spcBef>
          <a:spcPct val="0"/>
        </a:spcBef>
        <a:spcAft>
          <a:spcPts val="1138"/>
        </a:spcAft>
        <a:buClr>
          <a:srgbClr val="000000"/>
        </a:buClr>
        <a:buSzPct val="100000"/>
        <a:buFont typeface="Times New Roman" charset="0"/>
        <a:defRPr sz="2800">
          <a:solidFill>
            <a:srgbClr val="000000"/>
          </a:solidFill>
          <a:latin typeface="+mn-lt"/>
          <a:ea typeface="+mn-ea"/>
          <a:cs typeface="+mn-cs"/>
        </a:defRPr>
      </a:lvl2pPr>
      <a:lvl3pPr marL="1143000" indent="-228600" algn="l" defTabSz="449263" rtl="0" fontAlgn="base" hangingPunct="0">
        <a:lnSpc>
          <a:spcPct val="93000"/>
        </a:lnSpc>
        <a:spcBef>
          <a:spcPct val="0"/>
        </a:spcBef>
        <a:spcAft>
          <a:spcPts val="850"/>
        </a:spcAft>
        <a:buClr>
          <a:srgbClr val="000000"/>
        </a:buClr>
        <a:buSzPct val="100000"/>
        <a:buFont typeface="Times New Roman" charset="0"/>
        <a:defRPr sz="2400">
          <a:solidFill>
            <a:srgbClr val="000000"/>
          </a:solidFill>
          <a:latin typeface="+mn-lt"/>
          <a:ea typeface="+mn-ea"/>
          <a:cs typeface="+mn-cs"/>
        </a:defRPr>
      </a:lvl3pPr>
      <a:lvl4pPr marL="1600200" indent="-228600" algn="l" defTabSz="449263" rtl="0" fontAlgn="base" hangingPunct="0">
        <a:lnSpc>
          <a:spcPct val="93000"/>
        </a:lnSpc>
        <a:spcBef>
          <a:spcPct val="0"/>
        </a:spcBef>
        <a:spcAft>
          <a:spcPts val="575"/>
        </a:spcAft>
        <a:buClr>
          <a:srgbClr val="000000"/>
        </a:buClr>
        <a:buSzPct val="100000"/>
        <a:buFont typeface="Times New Roman" charset="0"/>
        <a:defRPr sz="2000">
          <a:solidFill>
            <a:srgbClr val="000000"/>
          </a:solidFill>
          <a:latin typeface="+mn-lt"/>
          <a:ea typeface="+mn-ea"/>
          <a:cs typeface="+mn-cs"/>
        </a:defRPr>
      </a:lvl4pPr>
      <a:lvl5pPr marL="2057400" indent="-228600" algn="l" defTabSz="449263" rtl="0" fontAlgn="base" hangingPunct="0">
        <a:lnSpc>
          <a:spcPct val="93000"/>
        </a:lnSpc>
        <a:spcBef>
          <a:spcPct val="0"/>
        </a:spcBef>
        <a:spcAft>
          <a:spcPts val="288"/>
        </a:spcAft>
        <a:buClr>
          <a:srgbClr val="000000"/>
        </a:buClr>
        <a:buSzPct val="100000"/>
        <a:buFont typeface="Times New Roman" charset="0"/>
        <a:defRPr sz="2000">
          <a:solidFill>
            <a:srgbClr val="000000"/>
          </a:solidFill>
          <a:latin typeface="+mn-lt"/>
          <a:ea typeface="+mn-ea"/>
          <a:cs typeface="+mn-cs"/>
        </a:defRPr>
      </a:lvl5pPr>
      <a:lvl6pPr marL="2514600" indent="-228600" algn="l" defTabSz="449263" rtl="0" fontAlgn="base" hangingPunct="0">
        <a:lnSpc>
          <a:spcPct val="93000"/>
        </a:lnSpc>
        <a:spcBef>
          <a:spcPct val="0"/>
        </a:spcBef>
        <a:spcAft>
          <a:spcPts val="288"/>
        </a:spcAft>
        <a:buClr>
          <a:srgbClr val="000000"/>
        </a:buClr>
        <a:buSzPct val="100000"/>
        <a:buFont typeface="Times New Roman" charset="0"/>
        <a:defRPr sz="2000">
          <a:solidFill>
            <a:srgbClr val="000000"/>
          </a:solidFill>
          <a:latin typeface="+mn-lt"/>
          <a:ea typeface="+mn-ea"/>
          <a:cs typeface="+mn-cs"/>
        </a:defRPr>
      </a:lvl6pPr>
      <a:lvl7pPr marL="2971800" indent="-228600" algn="l" defTabSz="449263" rtl="0" fontAlgn="base" hangingPunct="0">
        <a:lnSpc>
          <a:spcPct val="93000"/>
        </a:lnSpc>
        <a:spcBef>
          <a:spcPct val="0"/>
        </a:spcBef>
        <a:spcAft>
          <a:spcPts val="288"/>
        </a:spcAft>
        <a:buClr>
          <a:srgbClr val="000000"/>
        </a:buClr>
        <a:buSzPct val="100000"/>
        <a:buFont typeface="Times New Roman" charset="0"/>
        <a:defRPr sz="2000">
          <a:solidFill>
            <a:srgbClr val="000000"/>
          </a:solidFill>
          <a:latin typeface="+mn-lt"/>
          <a:ea typeface="+mn-ea"/>
          <a:cs typeface="+mn-cs"/>
        </a:defRPr>
      </a:lvl7pPr>
      <a:lvl8pPr marL="3429000" indent="-228600" algn="l" defTabSz="449263" rtl="0" fontAlgn="base" hangingPunct="0">
        <a:lnSpc>
          <a:spcPct val="93000"/>
        </a:lnSpc>
        <a:spcBef>
          <a:spcPct val="0"/>
        </a:spcBef>
        <a:spcAft>
          <a:spcPts val="288"/>
        </a:spcAft>
        <a:buClr>
          <a:srgbClr val="000000"/>
        </a:buClr>
        <a:buSzPct val="100000"/>
        <a:buFont typeface="Times New Roman" charset="0"/>
        <a:defRPr sz="2000">
          <a:solidFill>
            <a:srgbClr val="000000"/>
          </a:solidFill>
          <a:latin typeface="+mn-lt"/>
          <a:ea typeface="+mn-ea"/>
          <a:cs typeface="+mn-cs"/>
        </a:defRPr>
      </a:lvl8pPr>
      <a:lvl9pPr marL="3886200" indent="-228600" algn="l" defTabSz="449263" rtl="0" fontAlgn="base" hangingPunct="0">
        <a:lnSpc>
          <a:spcPct val="93000"/>
        </a:lnSpc>
        <a:spcBef>
          <a:spcPct val="0"/>
        </a:spcBef>
        <a:spcAft>
          <a:spcPts val="288"/>
        </a:spcAft>
        <a:buClr>
          <a:srgbClr val="000000"/>
        </a:buClr>
        <a:buSzPct val="100000"/>
        <a:buFont typeface="Times New Roman" charset="0"/>
        <a:defRPr sz="2000">
          <a:solidFill>
            <a:srgbClr val="000000"/>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3.png"/><Relationship Id="rId12" Type="http://schemas.openxmlformats.org/officeDocument/2006/relationships/image" Target="../media/image8.png"/><Relationship Id="rId2" Type="http://schemas.openxmlformats.org/officeDocument/2006/relationships/notesSlide" Target="../notesSlides/notesSlide1.xml"/><Relationship Id="rId16" Type="http://schemas.openxmlformats.org/officeDocument/2006/relationships/image" Target="../media/image12.png"/><Relationship Id="rId1" Type="http://schemas.openxmlformats.org/officeDocument/2006/relationships/slideLayout" Target="../slideLayouts/slideLayout5.xml"/><Relationship Id="rId6" Type="http://schemas.microsoft.com/office/2014/relationships/chartEx" Target="../charts/chartEx1.xml"/><Relationship Id="rId11" Type="http://schemas.openxmlformats.org/officeDocument/2006/relationships/image" Target="../media/image7.png"/><Relationship Id="rId5" Type="http://schemas.openxmlformats.org/officeDocument/2006/relationships/image" Target="../media/image2.png"/><Relationship Id="rId15" Type="http://schemas.openxmlformats.org/officeDocument/2006/relationships/image" Target="../media/image11.png"/><Relationship Id="rId10" Type="http://schemas.openxmlformats.org/officeDocument/2006/relationships/image" Target="../media/image6.png"/><Relationship Id="rId4" Type="http://schemas.microsoft.com/office/2007/relationships/hdphoto" Target="../media/hdphoto1.wdp"/><Relationship Id="rId9" Type="http://schemas.openxmlformats.org/officeDocument/2006/relationships/image" Target="../media/image5.png"/><Relationship Id="rId1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07FB4-4DB8-3EF5-5C5D-CF7E0AEA08F1}"/>
            </a:ext>
          </a:extLst>
        </p:cNvPr>
        <p:cNvGrpSpPr/>
        <p:nvPr/>
      </p:nvGrpSpPr>
      <p:grpSpPr>
        <a:xfrm>
          <a:off x="0" y="0"/>
          <a:ext cx="0" cy="0"/>
          <a:chOff x="0" y="0"/>
          <a:chExt cx="0" cy="0"/>
        </a:xfrm>
      </p:grpSpPr>
      <p:sp>
        <p:nvSpPr>
          <p:cNvPr id="19" name="Rechteck 18">
            <a:extLst>
              <a:ext uri="{FF2B5EF4-FFF2-40B4-BE49-F238E27FC236}">
                <a16:creationId xmlns:a16="http://schemas.microsoft.com/office/drawing/2014/main" id="{222ABB67-9FB4-0C28-736A-F1809B3BD3B4}"/>
              </a:ext>
            </a:extLst>
          </p:cNvPr>
          <p:cNvSpPr>
            <a:spLocks noGrp="1" noRot="1" noMove="1" noResize="1" noEditPoints="1" noAdjustHandles="1" noChangeArrowheads="1" noChangeShapeType="1"/>
          </p:cNvSpPr>
          <p:nvPr/>
        </p:nvSpPr>
        <p:spPr bwMode="auto">
          <a:xfrm>
            <a:off x="-18109" y="-1"/>
            <a:ext cx="30279975" cy="42808525"/>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0">
              <a:lnSpc>
                <a:spcPct val="125000"/>
              </a:lnSpc>
              <a:spcBef>
                <a:spcPct val="0"/>
              </a:spcBef>
              <a:spcAft>
                <a:spcPct val="0"/>
              </a:spcAft>
              <a:buClr>
                <a:srgbClr val="000000"/>
              </a:buClr>
              <a:buSzPct val="100000"/>
              <a:buFont typeface="Times New Roman" charset="0"/>
              <a:buNone/>
              <a:tabLst/>
            </a:pPr>
            <a:endParaRPr kumimoji="0" lang="de-DE" sz="1800" b="0" i="0" u="none" strike="noStrike" cap="none" normalizeH="0" baseline="0" dirty="0">
              <a:ln>
                <a:noFill/>
              </a:ln>
              <a:effectLst/>
              <a:latin typeface="Arial" charset="0"/>
              <a:ea typeface="MS Gothic" charset="0"/>
              <a:cs typeface="MS Gothic" charset="0"/>
            </a:endParaRPr>
          </a:p>
        </p:txBody>
      </p:sp>
      <p:sp>
        <p:nvSpPr>
          <p:cNvPr id="12" name="Titel 11">
            <a:extLst>
              <a:ext uri="{FF2B5EF4-FFF2-40B4-BE49-F238E27FC236}">
                <a16:creationId xmlns:a16="http://schemas.microsoft.com/office/drawing/2014/main" id="{8718529E-B846-3DC2-86A8-E4A8EE95C574}"/>
              </a:ext>
            </a:extLst>
          </p:cNvPr>
          <p:cNvSpPr>
            <a:spLocks noGrp="1"/>
          </p:cNvSpPr>
          <p:nvPr>
            <p:ph type="title"/>
          </p:nvPr>
        </p:nvSpPr>
        <p:spPr>
          <a:xfrm>
            <a:off x="1669771" y="1170014"/>
            <a:ext cx="19075742" cy="3631978"/>
          </a:xfrm>
          <a:ln>
            <a:noFill/>
          </a:ln>
        </p:spPr>
        <p:txBody>
          <a:bodyPr/>
          <a:lstStyle/>
          <a:p>
            <a:pPr>
              <a:lnSpc>
                <a:spcPct val="125000"/>
              </a:lnSpc>
            </a:pPr>
            <a:r>
              <a:rPr lang="de-DE" sz="9600" b="1" dirty="0">
                <a:solidFill>
                  <a:schemeClr val="tx1"/>
                </a:solidFill>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rPr>
              <a:t>Simulation zur Regulation des Blutzuckerspiegels</a:t>
            </a:r>
            <a:br>
              <a:rPr lang="de-DE" sz="9600" b="1" dirty="0">
                <a:solidFill>
                  <a:schemeClr val="tx1"/>
                </a:solidFill>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rPr>
            </a:br>
            <a:r>
              <a:rPr lang="de-DE" sz="1200" b="1" dirty="0">
                <a:solidFill>
                  <a:schemeClr val="tx1"/>
                </a:solidFill>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rPr>
              <a:t> </a:t>
            </a:r>
            <a:br>
              <a:rPr lang="de-DE" sz="9600" b="1" dirty="0">
                <a:solidFill>
                  <a:schemeClr val="tx1"/>
                </a:solidFill>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rPr>
            </a:br>
            <a:r>
              <a:rPr lang="de-DE" sz="7200" dirty="0">
                <a:solidFill>
                  <a:schemeClr val="tx1"/>
                </a:solidFill>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rPr>
              <a:t>Haiyan Sturm, 14 Jahre</a:t>
            </a:r>
            <a:endParaRPr lang="de-DE" sz="9600" dirty="0">
              <a:solidFill>
                <a:schemeClr val="tx1"/>
              </a:solidFill>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endParaRPr>
          </a:p>
        </p:txBody>
      </p:sp>
      <p:sp>
        <p:nvSpPr>
          <p:cNvPr id="23" name="Titel 11">
            <a:extLst>
              <a:ext uri="{FF2B5EF4-FFF2-40B4-BE49-F238E27FC236}">
                <a16:creationId xmlns:a16="http://schemas.microsoft.com/office/drawing/2014/main" id="{D3F4A7A1-3864-6439-B974-C2E0662A70D8}"/>
              </a:ext>
            </a:extLst>
          </p:cNvPr>
          <p:cNvSpPr txBox="1">
            <a:spLocks/>
          </p:cNvSpPr>
          <p:nvPr/>
        </p:nvSpPr>
        <p:spPr bwMode="auto">
          <a:xfrm>
            <a:off x="1725635" y="5884707"/>
            <a:ext cx="27212030" cy="597820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0" tIns="0" rIns="0" bIns="0" numCol="1" anchor="ctr" anchorCtr="0" compatLnSpc="1">
            <a:prstTxWarp prst="textNoShape">
              <a:avLst/>
            </a:prstTxWarp>
          </a:bodyPr>
          <a:lstStyle>
            <a:lvl1pPr algn="ctr" defTabSz="449263" rtl="0" fontAlgn="base" hangingPunct="0">
              <a:lnSpc>
                <a:spcPct val="93000"/>
              </a:lnSpc>
              <a:spcBef>
                <a:spcPct val="0"/>
              </a:spcBef>
              <a:spcAft>
                <a:spcPct val="0"/>
              </a:spcAft>
              <a:buClr>
                <a:srgbClr val="000000"/>
              </a:buClr>
              <a:buSzPct val="100000"/>
              <a:buFont typeface="Times New Roman" charset="0"/>
              <a:defRPr sz="4400">
                <a:solidFill>
                  <a:srgbClr val="000000"/>
                </a:solidFill>
                <a:latin typeface="+mj-lt"/>
                <a:ea typeface="+mj-ea"/>
                <a:cs typeface="+mj-cs"/>
              </a:defRPr>
            </a:lvl1pPr>
            <a:lvl2pPr marL="742950" indent="-285750" algn="ctr" defTabSz="449263" rtl="0" fontAlgn="base" hangingPunct="0">
              <a:lnSpc>
                <a:spcPct val="93000"/>
              </a:lnSpc>
              <a:spcBef>
                <a:spcPct val="0"/>
              </a:spcBef>
              <a:spcAft>
                <a:spcPct val="0"/>
              </a:spcAft>
              <a:buClr>
                <a:srgbClr val="000000"/>
              </a:buClr>
              <a:buSzPct val="100000"/>
              <a:buFont typeface="Times New Roman" charset="0"/>
              <a:defRPr sz="4400">
                <a:solidFill>
                  <a:srgbClr val="000000"/>
                </a:solidFill>
                <a:latin typeface="Arial" charset="0"/>
                <a:ea typeface="MS Gothic" charset="0"/>
                <a:cs typeface="MS Gothic" charset="0"/>
              </a:defRPr>
            </a:lvl2pPr>
            <a:lvl3pPr marL="1143000" indent="-228600" algn="ctr" defTabSz="449263" rtl="0" fontAlgn="base" hangingPunct="0">
              <a:lnSpc>
                <a:spcPct val="93000"/>
              </a:lnSpc>
              <a:spcBef>
                <a:spcPct val="0"/>
              </a:spcBef>
              <a:spcAft>
                <a:spcPct val="0"/>
              </a:spcAft>
              <a:buClr>
                <a:srgbClr val="000000"/>
              </a:buClr>
              <a:buSzPct val="100000"/>
              <a:buFont typeface="Times New Roman" charset="0"/>
              <a:defRPr sz="4400">
                <a:solidFill>
                  <a:srgbClr val="000000"/>
                </a:solidFill>
                <a:latin typeface="Arial" charset="0"/>
                <a:ea typeface="MS Gothic" charset="0"/>
                <a:cs typeface="MS Gothic" charset="0"/>
              </a:defRPr>
            </a:lvl3pPr>
            <a:lvl4pPr marL="1600200" indent="-228600" algn="ctr" defTabSz="449263" rtl="0" fontAlgn="base" hangingPunct="0">
              <a:lnSpc>
                <a:spcPct val="93000"/>
              </a:lnSpc>
              <a:spcBef>
                <a:spcPct val="0"/>
              </a:spcBef>
              <a:spcAft>
                <a:spcPct val="0"/>
              </a:spcAft>
              <a:buClr>
                <a:srgbClr val="000000"/>
              </a:buClr>
              <a:buSzPct val="100000"/>
              <a:buFont typeface="Times New Roman" charset="0"/>
              <a:defRPr sz="4400">
                <a:solidFill>
                  <a:srgbClr val="000000"/>
                </a:solidFill>
                <a:latin typeface="Arial" charset="0"/>
                <a:ea typeface="MS Gothic" charset="0"/>
                <a:cs typeface="MS Gothic" charset="0"/>
              </a:defRPr>
            </a:lvl4pPr>
            <a:lvl5pPr marL="2057400" indent="-228600" algn="ctr" defTabSz="449263" rtl="0" fontAlgn="base" hangingPunct="0">
              <a:lnSpc>
                <a:spcPct val="93000"/>
              </a:lnSpc>
              <a:spcBef>
                <a:spcPct val="0"/>
              </a:spcBef>
              <a:spcAft>
                <a:spcPct val="0"/>
              </a:spcAft>
              <a:buClr>
                <a:srgbClr val="000000"/>
              </a:buClr>
              <a:buSzPct val="100000"/>
              <a:buFont typeface="Times New Roman" charset="0"/>
              <a:defRPr sz="4400">
                <a:solidFill>
                  <a:srgbClr val="000000"/>
                </a:solidFill>
                <a:latin typeface="Arial" charset="0"/>
                <a:ea typeface="MS Gothic" charset="0"/>
                <a:cs typeface="MS Gothic" charset="0"/>
              </a:defRPr>
            </a:lvl5pPr>
            <a:lvl6pPr marL="2514600" indent="-228600" algn="ctr" defTabSz="449263" rtl="0" fontAlgn="base" hangingPunct="0">
              <a:lnSpc>
                <a:spcPct val="93000"/>
              </a:lnSpc>
              <a:spcBef>
                <a:spcPct val="0"/>
              </a:spcBef>
              <a:spcAft>
                <a:spcPct val="0"/>
              </a:spcAft>
              <a:buClr>
                <a:srgbClr val="000000"/>
              </a:buClr>
              <a:buSzPct val="100000"/>
              <a:buFont typeface="Times New Roman" charset="0"/>
              <a:defRPr sz="4400">
                <a:solidFill>
                  <a:srgbClr val="000000"/>
                </a:solidFill>
                <a:latin typeface="Arial" charset="0"/>
                <a:ea typeface="MS Gothic" charset="0"/>
                <a:cs typeface="MS Gothic" charset="0"/>
              </a:defRPr>
            </a:lvl6pPr>
            <a:lvl7pPr marL="2971800" indent="-228600" algn="ctr" defTabSz="449263" rtl="0" fontAlgn="base" hangingPunct="0">
              <a:lnSpc>
                <a:spcPct val="93000"/>
              </a:lnSpc>
              <a:spcBef>
                <a:spcPct val="0"/>
              </a:spcBef>
              <a:spcAft>
                <a:spcPct val="0"/>
              </a:spcAft>
              <a:buClr>
                <a:srgbClr val="000000"/>
              </a:buClr>
              <a:buSzPct val="100000"/>
              <a:buFont typeface="Times New Roman" charset="0"/>
              <a:defRPr sz="4400">
                <a:solidFill>
                  <a:srgbClr val="000000"/>
                </a:solidFill>
                <a:latin typeface="Arial" charset="0"/>
                <a:ea typeface="MS Gothic" charset="0"/>
                <a:cs typeface="MS Gothic" charset="0"/>
              </a:defRPr>
            </a:lvl7pPr>
            <a:lvl8pPr marL="3429000" indent="-228600" algn="ctr" defTabSz="449263" rtl="0" fontAlgn="base" hangingPunct="0">
              <a:lnSpc>
                <a:spcPct val="93000"/>
              </a:lnSpc>
              <a:spcBef>
                <a:spcPct val="0"/>
              </a:spcBef>
              <a:spcAft>
                <a:spcPct val="0"/>
              </a:spcAft>
              <a:buClr>
                <a:srgbClr val="000000"/>
              </a:buClr>
              <a:buSzPct val="100000"/>
              <a:buFont typeface="Times New Roman" charset="0"/>
              <a:defRPr sz="4400">
                <a:solidFill>
                  <a:srgbClr val="000000"/>
                </a:solidFill>
                <a:latin typeface="Arial" charset="0"/>
                <a:ea typeface="MS Gothic" charset="0"/>
                <a:cs typeface="MS Gothic" charset="0"/>
              </a:defRPr>
            </a:lvl8pPr>
            <a:lvl9pPr marL="3886200" indent="-228600" algn="ctr" defTabSz="449263" rtl="0" fontAlgn="base" hangingPunct="0">
              <a:lnSpc>
                <a:spcPct val="93000"/>
              </a:lnSpc>
              <a:spcBef>
                <a:spcPct val="0"/>
              </a:spcBef>
              <a:spcAft>
                <a:spcPct val="0"/>
              </a:spcAft>
              <a:buClr>
                <a:srgbClr val="000000"/>
              </a:buClr>
              <a:buSzPct val="100000"/>
              <a:buFont typeface="Times New Roman" charset="0"/>
              <a:defRPr sz="4400">
                <a:solidFill>
                  <a:srgbClr val="000000"/>
                </a:solidFill>
                <a:latin typeface="Arial" charset="0"/>
                <a:ea typeface="MS Gothic" charset="0"/>
                <a:cs typeface="MS Gothic" charset="0"/>
              </a:defRPr>
            </a:lvl9pPr>
          </a:lstStyle>
          <a:p>
            <a:pPr algn="just">
              <a:lnSpc>
                <a:spcPct val="125000"/>
              </a:lnSpc>
            </a:pPr>
            <a:r>
              <a:rPr lang="de-DE" sz="4800" b="1" kern="0" dirty="0">
                <a:solidFill>
                  <a:schemeClr val="tx1"/>
                </a:solidFill>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rPr>
              <a:t>Motivation und Ziel:</a:t>
            </a:r>
          </a:p>
          <a:p>
            <a:pPr algn="just">
              <a:lnSpc>
                <a:spcPct val="125000"/>
              </a:lnSpc>
            </a:pPr>
            <a:r>
              <a:rPr lang="de-DE" sz="4800" kern="0" dirty="0">
                <a:solidFill>
                  <a:schemeClr val="tx1"/>
                </a:solidFill>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rPr>
              <a:t>Wir hatten im Unterricht das Thema „Blutzuckerregulation“. Hierbei handelt es sich um einen komplexen Prozess, der sich im Buch nicht so einfach darstellen lässt. Ich habe mir vorgenommen, eine vereinfachte Simulation zu programmieren, die interaktiv ist.</a:t>
            </a:r>
          </a:p>
          <a:p>
            <a:pPr algn="just">
              <a:lnSpc>
                <a:spcPct val="125000"/>
              </a:lnSpc>
            </a:pPr>
            <a:endParaRPr lang="de-DE" sz="4800" b="1" kern="0" dirty="0">
              <a:solidFill>
                <a:schemeClr val="tx1"/>
              </a:solidFill>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endParaRPr>
          </a:p>
          <a:p>
            <a:pPr algn="just">
              <a:lnSpc>
                <a:spcPct val="125000"/>
              </a:lnSpc>
            </a:pPr>
            <a:endParaRPr lang="de-DE" sz="4800" b="1" kern="0" dirty="0">
              <a:solidFill>
                <a:schemeClr val="tx1"/>
              </a:solidFill>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endParaRPr>
          </a:p>
        </p:txBody>
      </p:sp>
      <p:pic>
        <p:nvPicPr>
          <p:cNvPr id="25" name="Grafik 24">
            <a:extLst>
              <a:ext uri="{FF2B5EF4-FFF2-40B4-BE49-F238E27FC236}">
                <a16:creationId xmlns:a16="http://schemas.microsoft.com/office/drawing/2014/main" id="{1AA0A1FD-A7EA-AD4A-10E6-DBA9FA9D0F94}"/>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20000"/>
                    </a14:imgEffect>
                  </a14:imgLayer>
                </a14:imgProps>
              </a:ext>
            </a:extLst>
          </a:blip>
          <a:srcRect/>
          <a:stretch/>
        </p:blipFill>
        <p:spPr>
          <a:xfrm>
            <a:off x="20324563" y="1329559"/>
            <a:ext cx="8424129" cy="3512861"/>
          </a:xfrm>
          <a:prstGeom prst="rect">
            <a:avLst/>
          </a:prstGeom>
        </p:spPr>
      </p:pic>
      <p:sp>
        <p:nvSpPr>
          <p:cNvPr id="10" name="Textfeld 9">
            <a:extLst>
              <a:ext uri="{FF2B5EF4-FFF2-40B4-BE49-F238E27FC236}">
                <a16:creationId xmlns:a16="http://schemas.microsoft.com/office/drawing/2014/main" id="{038A3B4C-D7D5-EFE6-5B15-80CA4B7986A1}"/>
              </a:ext>
            </a:extLst>
          </p:cNvPr>
          <p:cNvSpPr txBox="1"/>
          <p:nvPr/>
        </p:nvSpPr>
        <p:spPr>
          <a:xfrm>
            <a:off x="16492139" y="25548754"/>
            <a:ext cx="12977440" cy="1256108"/>
          </a:xfrm>
          <a:prstGeom prst="rect">
            <a:avLst/>
          </a:prstGeom>
          <a:noFill/>
        </p:spPr>
        <p:txBody>
          <a:bodyPr wrap="square" rtlCol="0">
            <a:spAutoFit/>
          </a:bodyPr>
          <a:lstStyle/>
          <a:p>
            <a:pPr algn="just">
              <a:lnSpc>
                <a:spcPct val="125000"/>
              </a:lnSpc>
            </a:pPr>
            <a:r>
              <a:rPr lang="de-DE" sz="6000" b="1" dirty="0">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rPr>
              <a:t>Screenshots aus der Simulation:</a:t>
            </a:r>
            <a:endParaRPr lang="de-DE" sz="6000" dirty="0">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endParaRPr>
          </a:p>
        </p:txBody>
      </p:sp>
      <p:sp>
        <p:nvSpPr>
          <p:cNvPr id="2" name="Textfeld 1">
            <a:extLst>
              <a:ext uri="{FF2B5EF4-FFF2-40B4-BE49-F238E27FC236}">
                <a16:creationId xmlns:a16="http://schemas.microsoft.com/office/drawing/2014/main" id="{34F88110-05F1-299C-4C49-3762C3E1C7D6}"/>
              </a:ext>
            </a:extLst>
          </p:cNvPr>
          <p:cNvSpPr txBox="1"/>
          <p:nvPr/>
        </p:nvSpPr>
        <p:spPr>
          <a:xfrm>
            <a:off x="1661400" y="9954990"/>
            <a:ext cx="12977440" cy="2758319"/>
          </a:xfrm>
          <a:prstGeom prst="rect">
            <a:avLst/>
          </a:prstGeom>
          <a:noFill/>
        </p:spPr>
        <p:txBody>
          <a:bodyPr wrap="square" rtlCol="0">
            <a:spAutoFit/>
          </a:bodyPr>
          <a:lstStyle/>
          <a:p>
            <a:pPr algn="just">
              <a:lnSpc>
                <a:spcPct val="125000"/>
              </a:lnSpc>
            </a:pPr>
            <a:r>
              <a:rPr lang="de-DE" sz="4800" b="1" dirty="0">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rPr>
              <a:t>Durchführung:</a:t>
            </a:r>
          </a:p>
          <a:p>
            <a:pPr algn="just">
              <a:lnSpc>
                <a:spcPct val="125000"/>
              </a:lnSpc>
            </a:pPr>
            <a:r>
              <a:rPr lang="de-DE" sz="4800" dirty="0">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rPr>
              <a:t>Die Blutzuckersimulation wurde mit einer Scratch-Modifikation, die </a:t>
            </a:r>
            <a:r>
              <a:rPr lang="de-DE" sz="4800" dirty="0" err="1">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rPr>
              <a:t>TurboWarp</a:t>
            </a:r>
            <a:r>
              <a:rPr lang="de-DE" sz="4800" dirty="0">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rPr>
              <a:t> heißt, programmiert.</a:t>
            </a:r>
          </a:p>
        </p:txBody>
      </p:sp>
      <p:pic>
        <p:nvPicPr>
          <p:cNvPr id="11" name="Grafik 10">
            <a:extLst>
              <a:ext uri="{FF2B5EF4-FFF2-40B4-BE49-F238E27FC236}">
                <a16:creationId xmlns:a16="http://schemas.microsoft.com/office/drawing/2014/main" id="{CC6D2E12-FC73-065A-AC60-F15026AD0C45}"/>
              </a:ext>
            </a:extLst>
          </p:cNvPr>
          <p:cNvPicPr>
            <a:picLocks noChangeAspect="1"/>
          </p:cNvPicPr>
          <p:nvPr/>
        </p:nvPicPr>
        <p:blipFill>
          <a:blip r:embed="rId5"/>
          <a:srcRect/>
          <a:stretch/>
        </p:blipFill>
        <p:spPr>
          <a:xfrm>
            <a:off x="26134554" y="39118230"/>
            <a:ext cx="2767052" cy="2767052"/>
          </a:xfrm>
          <a:prstGeom prst="rect">
            <a:avLst/>
          </a:prstGeom>
        </p:spPr>
      </p:pic>
      <p:sp>
        <p:nvSpPr>
          <p:cNvPr id="13" name="Textfeld 12">
            <a:extLst>
              <a:ext uri="{FF2B5EF4-FFF2-40B4-BE49-F238E27FC236}">
                <a16:creationId xmlns:a16="http://schemas.microsoft.com/office/drawing/2014/main" id="{846FD667-50D7-800E-55A9-C977CB657B17}"/>
              </a:ext>
            </a:extLst>
          </p:cNvPr>
          <p:cNvSpPr txBox="1"/>
          <p:nvPr/>
        </p:nvSpPr>
        <p:spPr>
          <a:xfrm>
            <a:off x="11107539" y="39346252"/>
            <a:ext cx="14390320" cy="2302425"/>
          </a:xfrm>
          <a:prstGeom prst="rect">
            <a:avLst/>
          </a:prstGeom>
          <a:noFill/>
        </p:spPr>
        <p:txBody>
          <a:bodyPr wrap="square" rtlCol="0">
            <a:spAutoFit/>
          </a:bodyPr>
          <a:lstStyle/>
          <a:p>
            <a:pPr algn="r">
              <a:lnSpc>
                <a:spcPct val="125000"/>
              </a:lnSpc>
            </a:pPr>
            <a:r>
              <a:rPr lang="de-DE" sz="6000" b="1" dirty="0">
                <a:latin typeface="Bahnschrift SemiLight SemiConde" panose="020B0502040204020203" pitchFamily="34" charset="0"/>
                <a:cs typeface="Times New Roman" panose="02020603050405020304" pitchFamily="18" charset="0"/>
              </a:rPr>
              <a:t>Link zur Simulation:</a:t>
            </a:r>
          </a:p>
          <a:p>
            <a:pPr algn="r">
              <a:lnSpc>
                <a:spcPct val="125000"/>
              </a:lnSpc>
            </a:pPr>
            <a:r>
              <a:rPr lang="de-DE" sz="6000" i="1" dirty="0">
                <a:latin typeface="Bahnschrift SemiLight SemiConde" panose="020B0502040204020203" pitchFamily="34" charset="0"/>
                <a:cs typeface="Times New Roman" panose="02020603050405020304" pitchFamily="18" charset="0"/>
              </a:rPr>
              <a:t>https://taiyano.github.io/blutzuckersim/</a:t>
            </a:r>
          </a:p>
        </p:txBody>
      </p:sp>
      <p:sp>
        <p:nvSpPr>
          <p:cNvPr id="8" name="Textfeld 7">
            <a:extLst>
              <a:ext uri="{FF2B5EF4-FFF2-40B4-BE49-F238E27FC236}">
                <a16:creationId xmlns:a16="http://schemas.microsoft.com/office/drawing/2014/main" id="{D84D7625-17B9-B679-4FF9-48012D559D70}"/>
              </a:ext>
            </a:extLst>
          </p:cNvPr>
          <p:cNvSpPr txBox="1"/>
          <p:nvPr/>
        </p:nvSpPr>
        <p:spPr>
          <a:xfrm>
            <a:off x="7363123" y="12925006"/>
            <a:ext cx="6702770" cy="11068286"/>
          </a:xfrm>
          <a:prstGeom prst="rect">
            <a:avLst/>
          </a:prstGeom>
          <a:noFill/>
        </p:spPr>
        <p:txBody>
          <a:bodyPr wrap="square" rtlCol="0">
            <a:spAutoFit/>
          </a:bodyPr>
          <a:lstStyle/>
          <a:p>
            <a:pPr algn="just">
              <a:lnSpc>
                <a:spcPct val="125000"/>
              </a:lnSpc>
            </a:pPr>
            <a:r>
              <a:rPr lang="de-DE" sz="4800" dirty="0">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rPr>
              <a:t>An der Seite kann man ein Skript aus der Simulation sehen. Dieses Skript bildet das Diagramm auf dem Bildschirm ab und besteht aus ungefähr 50 Blöcken. Insgesamt hat die Simulation 3375 dieser Blöcke. Außerdem bildet das Skript die HP-Leiste</a:t>
            </a:r>
          </a:p>
          <a:p>
            <a:pPr algn="just">
              <a:lnSpc>
                <a:spcPct val="125000"/>
              </a:lnSpc>
            </a:pPr>
            <a:r>
              <a:rPr lang="de-DE" sz="4800" dirty="0">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rPr>
              <a:t>unten auf dem Bildschirm ab.</a:t>
            </a:r>
          </a:p>
        </p:txBody>
      </p:sp>
      <p:sp>
        <p:nvSpPr>
          <p:cNvPr id="14" name="Textfeld 13">
            <a:extLst>
              <a:ext uri="{FF2B5EF4-FFF2-40B4-BE49-F238E27FC236}">
                <a16:creationId xmlns:a16="http://schemas.microsoft.com/office/drawing/2014/main" id="{68829794-5A70-7C74-07A7-6875130E52EC}"/>
              </a:ext>
            </a:extLst>
          </p:cNvPr>
          <p:cNvSpPr txBox="1"/>
          <p:nvPr/>
        </p:nvSpPr>
        <p:spPr>
          <a:xfrm>
            <a:off x="1599625" y="24343743"/>
            <a:ext cx="14130743" cy="4604979"/>
          </a:xfrm>
          <a:prstGeom prst="rect">
            <a:avLst/>
          </a:prstGeom>
          <a:noFill/>
        </p:spPr>
        <p:txBody>
          <a:bodyPr wrap="square" rtlCol="0">
            <a:spAutoFit/>
          </a:bodyPr>
          <a:lstStyle/>
          <a:p>
            <a:pPr algn="just">
              <a:lnSpc>
                <a:spcPct val="125000"/>
              </a:lnSpc>
            </a:pPr>
            <a:r>
              <a:rPr lang="de-DE" sz="4800" dirty="0">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rPr>
              <a:t>Am Ende  habe ich die Simulation mit GitHub-Pages auf meiner Webseite veröffentlicht. Es gibt auch eine GitHub Seite zu der Simulation. Die Simulation kann man direkt im Browser spielen oder herunterladen.</a:t>
            </a:r>
          </a:p>
          <a:p>
            <a:pPr algn="just">
              <a:lnSpc>
                <a:spcPct val="125000"/>
              </a:lnSpc>
            </a:pPr>
            <a:endParaRPr lang="de-DE" sz="4800" dirty="0">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endParaRPr>
          </a:p>
        </p:txBody>
      </p:sp>
      <p:sp>
        <p:nvSpPr>
          <p:cNvPr id="5" name="Textfeld 4">
            <a:extLst>
              <a:ext uri="{FF2B5EF4-FFF2-40B4-BE49-F238E27FC236}">
                <a16:creationId xmlns:a16="http://schemas.microsoft.com/office/drawing/2014/main" id="{17D3C324-A699-BCE2-7EF0-257F243812D9}"/>
              </a:ext>
            </a:extLst>
          </p:cNvPr>
          <p:cNvSpPr txBox="1"/>
          <p:nvPr/>
        </p:nvSpPr>
        <p:spPr>
          <a:xfrm>
            <a:off x="1567706" y="28264147"/>
            <a:ext cx="14390320" cy="3701975"/>
          </a:xfrm>
          <a:prstGeom prst="rect">
            <a:avLst/>
          </a:prstGeom>
          <a:noFill/>
        </p:spPr>
        <p:txBody>
          <a:bodyPr wrap="square">
            <a:spAutoFit/>
          </a:bodyPr>
          <a:lstStyle/>
          <a:p>
            <a:pPr algn="just">
              <a:lnSpc>
                <a:spcPct val="125000"/>
              </a:lnSpc>
            </a:pPr>
            <a:r>
              <a:rPr lang="de-DE" sz="4800" b="1" dirty="0">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rPr>
              <a:t>Fazit:</a:t>
            </a:r>
          </a:p>
          <a:p>
            <a:pPr algn="just">
              <a:lnSpc>
                <a:spcPct val="125000"/>
              </a:lnSpc>
            </a:pPr>
            <a:r>
              <a:rPr lang="de-DE" sz="4800" dirty="0">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rPr>
              <a:t>Die Blutzuckersimulation hat den Schüler*innen sehr geholfen, das Thema zu verstehen. Außerdem hatten die Schüler viel Spaß und haben spielerisch das Thema erlernt. </a:t>
            </a:r>
            <a:endParaRPr lang="de-DE" sz="4800" b="1" dirty="0">
              <a:effectLst>
                <a:outerShdw blurRad="38100" dist="38100" dir="2700000" algn="tl">
                  <a:srgbClr val="000000">
                    <a:alpha val="43137"/>
                  </a:srgbClr>
                </a:outerShdw>
              </a:effectLst>
              <a:highlight>
                <a:srgbClr val="FF0000"/>
              </a:highlight>
              <a:latin typeface="Bahnschrift SemiLight SemiConde" panose="020B0502040204020203" pitchFamily="34" charset="0"/>
              <a:cs typeface="Courier New" panose="02070309020205020404" pitchFamily="49" charset="0"/>
            </a:endParaRPr>
          </a:p>
        </p:txBody>
      </p:sp>
      <p:sp>
        <p:nvSpPr>
          <p:cNvPr id="30" name="Textfeld 29">
            <a:extLst>
              <a:ext uri="{FF2B5EF4-FFF2-40B4-BE49-F238E27FC236}">
                <a16:creationId xmlns:a16="http://schemas.microsoft.com/office/drawing/2014/main" id="{F9098A2A-2DBB-0B7B-1DC9-DD1283F3E0DB}"/>
              </a:ext>
            </a:extLst>
          </p:cNvPr>
          <p:cNvSpPr txBox="1"/>
          <p:nvPr/>
        </p:nvSpPr>
        <p:spPr>
          <a:xfrm>
            <a:off x="16188323" y="9954990"/>
            <a:ext cx="13207261" cy="14761605"/>
          </a:xfrm>
          <a:prstGeom prst="rect">
            <a:avLst/>
          </a:prstGeom>
          <a:noFill/>
        </p:spPr>
        <p:txBody>
          <a:bodyPr wrap="square" rtlCol="0">
            <a:spAutoFit/>
          </a:bodyPr>
          <a:lstStyle/>
          <a:p>
            <a:pPr algn="just">
              <a:lnSpc>
                <a:spcPct val="125000"/>
              </a:lnSpc>
            </a:pPr>
            <a:r>
              <a:rPr lang="de-DE" sz="4800" b="1" dirty="0">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rPr>
              <a:t>Evaluation der Simulation mit einer 10. Klasse:</a:t>
            </a:r>
          </a:p>
          <a:p>
            <a:pPr algn="just">
              <a:lnSpc>
                <a:spcPct val="125000"/>
              </a:lnSpc>
            </a:pPr>
            <a:endParaRPr lang="de-DE" sz="4800" b="1" dirty="0">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endParaRPr>
          </a:p>
          <a:p>
            <a:pPr algn="just">
              <a:lnSpc>
                <a:spcPct val="125000"/>
              </a:lnSpc>
            </a:pPr>
            <a:endParaRPr lang="de-DE" sz="4800" b="1" dirty="0">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endParaRPr>
          </a:p>
          <a:p>
            <a:pPr algn="just">
              <a:lnSpc>
                <a:spcPct val="125000"/>
              </a:lnSpc>
            </a:pPr>
            <a:endParaRPr lang="de-DE" sz="4800" b="1" dirty="0">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endParaRPr>
          </a:p>
          <a:p>
            <a:pPr algn="just">
              <a:lnSpc>
                <a:spcPct val="125000"/>
              </a:lnSpc>
            </a:pPr>
            <a:endParaRPr lang="de-DE" sz="4800" b="1" dirty="0">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endParaRPr>
          </a:p>
          <a:p>
            <a:pPr algn="just">
              <a:lnSpc>
                <a:spcPct val="125000"/>
              </a:lnSpc>
            </a:pPr>
            <a:endParaRPr lang="de-DE" sz="4800" b="1" dirty="0">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endParaRPr>
          </a:p>
          <a:p>
            <a:pPr algn="just">
              <a:lnSpc>
                <a:spcPct val="125000"/>
              </a:lnSpc>
            </a:pPr>
            <a:endParaRPr lang="de-DE" sz="4800" b="1" dirty="0">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endParaRPr>
          </a:p>
          <a:p>
            <a:pPr algn="just">
              <a:lnSpc>
                <a:spcPct val="125000"/>
              </a:lnSpc>
            </a:pPr>
            <a:endParaRPr lang="de-DE" sz="4800" b="1" dirty="0">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endParaRPr>
          </a:p>
          <a:p>
            <a:pPr algn="just">
              <a:lnSpc>
                <a:spcPct val="125000"/>
              </a:lnSpc>
            </a:pPr>
            <a:endParaRPr lang="de-DE" sz="4800" b="1" dirty="0">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endParaRPr>
          </a:p>
          <a:p>
            <a:pPr algn="just">
              <a:lnSpc>
                <a:spcPct val="125000"/>
              </a:lnSpc>
            </a:pPr>
            <a:endParaRPr lang="de-DE" sz="4800" b="1" dirty="0">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endParaRPr>
          </a:p>
          <a:p>
            <a:pPr algn="just">
              <a:lnSpc>
                <a:spcPct val="125000"/>
              </a:lnSpc>
            </a:pPr>
            <a:endParaRPr lang="de-DE" sz="4800" b="1" dirty="0">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endParaRPr>
          </a:p>
          <a:p>
            <a:pPr algn="just">
              <a:lnSpc>
                <a:spcPct val="125000"/>
              </a:lnSpc>
            </a:pPr>
            <a:endParaRPr lang="de-DE" sz="4800" dirty="0">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endParaRPr>
          </a:p>
          <a:p>
            <a:pPr algn="just">
              <a:lnSpc>
                <a:spcPct val="125000"/>
              </a:lnSpc>
            </a:pPr>
            <a:r>
              <a:rPr lang="de-DE" sz="4800" dirty="0">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rPr>
              <a:t>Es wurde eine Umfrage mit einer 10. Klasse durchgeführt, die zeigt, dass die Schüler die Simulation sehr hilfreich fanden und dass es den Schülern und Schülerinnen viel Spaß gemacht hat.</a:t>
            </a:r>
          </a:p>
        </p:txBody>
      </p:sp>
      <mc:AlternateContent xmlns:mc="http://schemas.openxmlformats.org/markup-compatibility/2006">
        <mc:Choice xmlns:cx1="http://schemas.microsoft.com/office/drawing/2015/9/8/chartex" Requires="cx1">
          <p:graphicFrame>
            <p:nvGraphicFramePr>
              <p:cNvPr id="29" name="Diagramm 28">
                <a:extLst>
                  <a:ext uri="{FF2B5EF4-FFF2-40B4-BE49-F238E27FC236}">
                    <a16:creationId xmlns:a16="http://schemas.microsoft.com/office/drawing/2014/main" id="{5B3DA905-57AB-3ABE-7391-18AF0FB5F03C}"/>
                  </a:ext>
                </a:extLst>
              </p:cNvPr>
              <p:cNvGraphicFramePr/>
              <p:nvPr>
                <p:extLst>
                  <p:ext uri="{D42A27DB-BD31-4B8C-83A1-F6EECF244321}">
                    <p14:modId xmlns:p14="http://schemas.microsoft.com/office/powerpoint/2010/main" val="1697284437"/>
                  </p:ext>
                </p:extLst>
              </p:nvPr>
            </p:nvGraphicFramePr>
            <p:xfrm>
              <a:off x="16464547" y="11262659"/>
              <a:ext cx="12644989" cy="9445316"/>
            </p:xfrm>
            <a:graphic>
              <a:graphicData uri="http://schemas.microsoft.com/office/drawing/2014/chartex">
                <cx:chart xmlns:cx="http://schemas.microsoft.com/office/drawing/2014/chartex" xmlns:r="http://schemas.openxmlformats.org/officeDocument/2006/relationships" r:id="rId6"/>
              </a:graphicData>
            </a:graphic>
          </p:graphicFrame>
        </mc:Choice>
        <mc:Fallback>
          <p:pic>
            <p:nvPicPr>
              <p:cNvPr id="29" name="Diagramm 28">
                <a:extLst>
                  <a:ext uri="{FF2B5EF4-FFF2-40B4-BE49-F238E27FC236}">
                    <a16:creationId xmlns:a16="http://schemas.microsoft.com/office/drawing/2014/main" id="{5B3DA905-57AB-3ABE-7391-18AF0FB5F03C}"/>
                  </a:ext>
                </a:extLst>
              </p:cNvPr>
              <p:cNvPicPr>
                <a:picLocks noGrp="1" noRot="1" noChangeAspect="1" noMove="1" noResize="1" noEditPoints="1" noAdjustHandles="1" noChangeArrowheads="1" noChangeShapeType="1"/>
              </p:cNvPicPr>
              <p:nvPr/>
            </p:nvPicPr>
            <p:blipFill>
              <a:blip r:embed="rId7"/>
              <a:stretch>
                <a:fillRect/>
              </a:stretch>
            </p:blipFill>
            <p:spPr>
              <a:xfrm>
                <a:off x="16464547" y="11262659"/>
                <a:ext cx="12644989" cy="9445316"/>
              </a:xfrm>
              <a:prstGeom prst="rect">
                <a:avLst/>
              </a:prstGeom>
            </p:spPr>
          </p:pic>
        </mc:Fallback>
      </mc:AlternateContent>
      <p:pic>
        <p:nvPicPr>
          <p:cNvPr id="1030" name="Picture 6">
            <a:extLst>
              <a:ext uri="{FF2B5EF4-FFF2-40B4-BE49-F238E27FC236}">
                <a16:creationId xmlns:a16="http://schemas.microsoft.com/office/drawing/2014/main" id="{E8AD75D2-551B-A983-0ADD-5119D5A4A8B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95381" y="40726593"/>
            <a:ext cx="7306958" cy="1463894"/>
          </a:xfrm>
          <a:prstGeom prst="rect">
            <a:avLst/>
          </a:prstGeom>
          <a:noFill/>
          <a:extLst>
            <a:ext uri="{909E8E84-426E-40DD-AFC4-6F175D3DCCD1}">
              <a14:hiddenFill xmlns:a14="http://schemas.microsoft.com/office/drawing/2010/main">
                <a:solidFill>
                  <a:srgbClr val="FFFFFF"/>
                </a:solidFill>
              </a14:hiddenFill>
            </a:ext>
          </a:extLst>
        </p:spPr>
      </p:pic>
      <p:pic>
        <p:nvPicPr>
          <p:cNvPr id="4" name="Grafik 3">
            <a:extLst>
              <a:ext uri="{FF2B5EF4-FFF2-40B4-BE49-F238E27FC236}">
                <a16:creationId xmlns:a16="http://schemas.microsoft.com/office/drawing/2014/main" id="{5757ADE3-6AA5-1187-3FAF-D102AF1CFCF1}"/>
              </a:ext>
            </a:extLst>
          </p:cNvPr>
          <p:cNvPicPr>
            <a:picLocks noChangeAspect="1"/>
          </p:cNvPicPr>
          <p:nvPr/>
        </p:nvPicPr>
        <p:blipFill>
          <a:blip r:embed="rId9"/>
          <a:stretch>
            <a:fillRect/>
          </a:stretch>
        </p:blipFill>
        <p:spPr>
          <a:xfrm>
            <a:off x="1725635" y="13160684"/>
            <a:ext cx="5078309" cy="10597083"/>
          </a:xfrm>
          <a:prstGeom prst="rect">
            <a:avLst/>
          </a:prstGeom>
        </p:spPr>
      </p:pic>
      <p:pic>
        <p:nvPicPr>
          <p:cNvPr id="6" name="Grafik 5">
            <a:extLst>
              <a:ext uri="{FF2B5EF4-FFF2-40B4-BE49-F238E27FC236}">
                <a16:creationId xmlns:a16="http://schemas.microsoft.com/office/drawing/2014/main" id="{E09233C0-FA62-572A-9C08-62A5275FE08D}"/>
              </a:ext>
            </a:extLst>
          </p:cNvPr>
          <p:cNvPicPr>
            <a:picLocks noChangeAspect="1"/>
          </p:cNvPicPr>
          <p:nvPr/>
        </p:nvPicPr>
        <p:blipFill>
          <a:blip r:embed="rId10"/>
          <a:stretch>
            <a:fillRect/>
          </a:stretch>
        </p:blipFill>
        <p:spPr>
          <a:xfrm>
            <a:off x="19812371" y="35113307"/>
            <a:ext cx="2796948" cy="2801284"/>
          </a:xfrm>
          <a:prstGeom prst="rect">
            <a:avLst/>
          </a:prstGeom>
        </p:spPr>
      </p:pic>
      <p:pic>
        <p:nvPicPr>
          <p:cNvPr id="17" name="Grafik 16">
            <a:extLst>
              <a:ext uri="{FF2B5EF4-FFF2-40B4-BE49-F238E27FC236}">
                <a16:creationId xmlns:a16="http://schemas.microsoft.com/office/drawing/2014/main" id="{530CB6E8-97D8-4B97-EDA5-6BAB89CE2F83}"/>
              </a:ext>
            </a:extLst>
          </p:cNvPr>
          <p:cNvPicPr>
            <a:picLocks noChangeAspect="1"/>
          </p:cNvPicPr>
          <p:nvPr/>
        </p:nvPicPr>
        <p:blipFill>
          <a:blip r:embed="rId11"/>
          <a:stretch>
            <a:fillRect/>
          </a:stretch>
        </p:blipFill>
        <p:spPr>
          <a:xfrm>
            <a:off x="16632655" y="35113307"/>
            <a:ext cx="3018928" cy="2801284"/>
          </a:xfrm>
          <a:prstGeom prst="rect">
            <a:avLst/>
          </a:prstGeom>
        </p:spPr>
      </p:pic>
      <p:pic>
        <p:nvPicPr>
          <p:cNvPr id="22" name="Grafik 21">
            <a:extLst>
              <a:ext uri="{FF2B5EF4-FFF2-40B4-BE49-F238E27FC236}">
                <a16:creationId xmlns:a16="http://schemas.microsoft.com/office/drawing/2014/main" id="{CF7DE766-C87A-29B4-E442-A0FEA18FB7F2}"/>
              </a:ext>
            </a:extLst>
          </p:cNvPr>
          <p:cNvPicPr>
            <a:picLocks noChangeAspect="1"/>
          </p:cNvPicPr>
          <p:nvPr/>
        </p:nvPicPr>
        <p:blipFill>
          <a:blip r:embed="rId12"/>
          <a:stretch>
            <a:fillRect/>
          </a:stretch>
        </p:blipFill>
        <p:spPr>
          <a:xfrm>
            <a:off x="16848679" y="27380926"/>
            <a:ext cx="5535045" cy="3079032"/>
          </a:xfrm>
          <a:prstGeom prst="rect">
            <a:avLst/>
          </a:prstGeom>
        </p:spPr>
      </p:pic>
      <p:pic>
        <p:nvPicPr>
          <p:cNvPr id="26" name="Grafik 25">
            <a:extLst>
              <a:ext uri="{FF2B5EF4-FFF2-40B4-BE49-F238E27FC236}">
                <a16:creationId xmlns:a16="http://schemas.microsoft.com/office/drawing/2014/main" id="{D8174B44-9BEF-C080-AC2A-723F93363AD2}"/>
              </a:ext>
            </a:extLst>
          </p:cNvPr>
          <p:cNvPicPr>
            <a:picLocks noChangeAspect="1"/>
          </p:cNvPicPr>
          <p:nvPr/>
        </p:nvPicPr>
        <p:blipFill>
          <a:blip r:embed="rId13"/>
          <a:stretch>
            <a:fillRect/>
          </a:stretch>
        </p:blipFill>
        <p:spPr>
          <a:xfrm>
            <a:off x="23127194" y="34989789"/>
            <a:ext cx="5457698" cy="3048321"/>
          </a:xfrm>
          <a:prstGeom prst="rect">
            <a:avLst/>
          </a:prstGeom>
        </p:spPr>
      </p:pic>
      <p:pic>
        <p:nvPicPr>
          <p:cNvPr id="28" name="Grafik 27">
            <a:extLst>
              <a:ext uri="{FF2B5EF4-FFF2-40B4-BE49-F238E27FC236}">
                <a16:creationId xmlns:a16="http://schemas.microsoft.com/office/drawing/2014/main" id="{23606FD7-24B6-335D-7647-DF3276D2D66D}"/>
              </a:ext>
            </a:extLst>
          </p:cNvPr>
          <p:cNvPicPr>
            <a:picLocks noChangeAspect="1"/>
          </p:cNvPicPr>
          <p:nvPr/>
        </p:nvPicPr>
        <p:blipFill>
          <a:blip r:embed="rId14"/>
          <a:stretch>
            <a:fillRect/>
          </a:stretch>
        </p:blipFill>
        <p:spPr>
          <a:xfrm>
            <a:off x="16848679" y="31125342"/>
            <a:ext cx="5516557" cy="3096344"/>
          </a:xfrm>
          <a:prstGeom prst="rect">
            <a:avLst/>
          </a:prstGeom>
        </p:spPr>
      </p:pic>
      <p:pic>
        <p:nvPicPr>
          <p:cNvPr id="33" name="Grafik 32">
            <a:extLst>
              <a:ext uri="{FF2B5EF4-FFF2-40B4-BE49-F238E27FC236}">
                <a16:creationId xmlns:a16="http://schemas.microsoft.com/office/drawing/2014/main" id="{1DFC94C5-7079-CC08-6FBA-4CC552A7B636}"/>
              </a:ext>
            </a:extLst>
          </p:cNvPr>
          <p:cNvPicPr>
            <a:picLocks noChangeAspect="1"/>
          </p:cNvPicPr>
          <p:nvPr/>
        </p:nvPicPr>
        <p:blipFill>
          <a:blip r:embed="rId15"/>
          <a:stretch>
            <a:fillRect/>
          </a:stretch>
        </p:blipFill>
        <p:spPr>
          <a:xfrm>
            <a:off x="23131785" y="31125342"/>
            <a:ext cx="5457698" cy="3134175"/>
          </a:xfrm>
          <a:prstGeom prst="rect">
            <a:avLst/>
          </a:prstGeom>
        </p:spPr>
      </p:pic>
      <p:pic>
        <p:nvPicPr>
          <p:cNvPr id="35" name="Grafik 34">
            <a:extLst>
              <a:ext uri="{FF2B5EF4-FFF2-40B4-BE49-F238E27FC236}">
                <a16:creationId xmlns:a16="http://schemas.microsoft.com/office/drawing/2014/main" id="{E6E321B4-A4F6-63E6-FFD4-B9BDD7225123}"/>
              </a:ext>
            </a:extLst>
          </p:cNvPr>
          <p:cNvPicPr>
            <a:picLocks noChangeAspect="1"/>
          </p:cNvPicPr>
          <p:nvPr/>
        </p:nvPicPr>
        <p:blipFill>
          <a:blip r:embed="rId16"/>
          <a:stretch>
            <a:fillRect/>
          </a:stretch>
        </p:blipFill>
        <p:spPr>
          <a:xfrm>
            <a:off x="23131783" y="27380926"/>
            <a:ext cx="5457699" cy="3099254"/>
          </a:xfrm>
          <a:prstGeom prst="rect">
            <a:avLst/>
          </a:prstGeom>
        </p:spPr>
      </p:pic>
      <p:sp>
        <p:nvSpPr>
          <p:cNvPr id="37" name="Textfeld 36">
            <a:extLst>
              <a:ext uri="{FF2B5EF4-FFF2-40B4-BE49-F238E27FC236}">
                <a16:creationId xmlns:a16="http://schemas.microsoft.com/office/drawing/2014/main" id="{AD21544F-A2A8-BB2A-BA89-0FD41FA3F176}"/>
              </a:ext>
            </a:extLst>
          </p:cNvPr>
          <p:cNvSpPr txBox="1"/>
          <p:nvPr/>
        </p:nvSpPr>
        <p:spPr>
          <a:xfrm>
            <a:off x="1613763" y="32084315"/>
            <a:ext cx="14390320" cy="7395294"/>
          </a:xfrm>
          <a:prstGeom prst="rect">
            <a:avLst/>
          </a:prstGeom>
          <a:noFill/>
        </p:spPr>
        <p:txBody>
          <a:bodyPr wrap="square">
            <a:spAutoFit/>
          </a:bodyPr>
          <a:lstStyle/>
          <a:p>
            <a:pPr algn="just">
              <a:lnSpc>
                <a:spcPct val="125000"/>
              </a:lnSpc>
            </a:pPr>
            <a:r>
              <a:rPr lang="de-DE" sz="4800" b="1" dirty="0">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rPr>
              <a:t>Neue Funktionen:</a:t>
            </a:r>
          </a:p>
          <a:p>
            <a:pPr algn="just">
              <a:lnSpc>
                <a:spcPct val="125000"/>
              </a:lnSpc>
            </a:pPr>
            <a:r>
              <a:rPr lang="de-DE" sz="4800" dirty="0">
                <a:effectLst>
                  <a:outerShdw blurRad="38100" dist="38100" dir="2700000" algn="tl">
                    <a:srgbClr val="000000">
                      <a:alpha val="43137"/>
                    </a:srgbClr>
                  </a:outerShdw>
                </a:effectLst>
                <a:latin typeface="Bahnschrift SemiLight SemiConde" panose="020B0502040204020203" pitchFamily="34" charset="0"/>
                <a:cs typeface="Times New Roman" panose="02020603050405020304" pitchFamily="18" charset="0"/>
              </a:rPr>
              <a:t>Es wurden viele Fehler behoben, die Simulation wurde optimiert und die Benutzeroberfläche wurde erneuert. Die Simulation wurde außerdem realistischer gemacht durch ein Charaktererstellungsmenü, wo man Werte für seinen virtuellen Menschen eingeben kann, die die Simulation beeinflussen. Die Dateigröße wurde außerdem verkleinert (17.13 MiB zu 7.19 MiB bei mehr Funktionen).</a:t>
            </a:r>
            <a:endParaRPr lang="de-DE" sz="4800" b="1" dirty="0">
              <a:effectLst>
                <a:outerShdw blurRad="38100" dist="38100" dir="2700000" algn="tl">
                  <a:srgbClr val="000000">
                    <a:alpha val="43137"/>
                  </a:srgbClr>
                </a:outerShdw>
              </a:effectLst>
              <a:highlight>
                <a:srgbClr val="FF0000"/>
              </a:highlight>
              <a:latin typeface="Bahnschrift SemiLight SemiConde" panose="020B0502040204020203" pitchFamily="34" charset="0"/>
              <a:cs typeface="Courier New" panose="02070309020205020404" pitchFamily="49" charset="0"/>
            </a:endParaRPr>
          </a:p>
        </p:txBody>
      </p:sp>
    </p:spTree>
    <p:extLst>
      <p:ext uri="{BB962C8B-B14F-4D97-AF65-F5344CB8AC3E}">
        <p14:creationId xmlns:p14="http://schemas.microsoft.com/office/powerpoint/2010/main" val="1668963522"/>
      </p:ext>
    </p:extLst>
  </p:cSld>
  <p:clrMapOvr>
    <a:masterClrMapping/>
  </p:clrMapOvr>
  <p:transition spd="med"/>
</p:sld>
</file>

<file path=ppt/theme/theme1.xml><?xml version="1.0" encoding="utf-8"?>
<a:theme xmlns:a="http://schemas.openxmlformats.org/drawingml/2006/main" name="Standarddesign">
  <a:themeElements>
    <a:clrScheme name="Standard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Standarddesign">
      <a:majorFont>
        <a:latin typeface="Arial"/>
        <a:ea typeface="MS Gothic"/>
        <a:cs typeface="MS Gothic"/>
      </a:majorFont>
      <a:minorFont>
        <a:latin typeface="Arial"/>
        <a:ea typeface="MS Gothic"/>
        <a:cs typeface="MS Gothic"/>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charset="0"/>
          <a:buNone/>
          <a:tabLst/>
          <a:defRPr kumimoji="0" lang="en-GB" sz="1800" b="0" i="0" u="none" strike="noStrike" cap="none" normalizeH="0" baseline="0">
            <a:ln>
              <a:noFill/>
            </a:ln>
            <a:effectLst/>
            <a:latin typeface="Arial" charset="0"/>
            <a:ea typeface="MS Gothic" charset="0"/>
            <a:cs typeface="MS Gothic"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charset="0"/>
          <a:buNone/>
          <a:tabLst/>
          <a:defRPr kumimoji="0" lang="en-GB" sz="1800" b="0" i="0" u="none" strike="noStrike" cap="none" normalizeH="0" baseline="0">
            <a:ln>
              <a:noFill/>
            </a:ln>
            <a:effectLst/>
            <a:latin typeface="Arial" charset="0"/>
            <a:ea typeface="MS Gothic" charset="0"/>
            <a:cs typeface="MS Gothic" charset="0"/>
          </a:defRPr>
        </a:defPPr>
      </a:lstStyle>
    </a:lnDef>
  </a:objectDefaults>
  <a:extraClrSchemeLst>
    <a:extraClrScheme>
      <a:clrScheme name="Standard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tandard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tandard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tandard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tandard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tandard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tandard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324</Words>
  <Application>Microsoft Office PowerPoint</Application>
  <PresentationFormat>Benutzerdefiniert</PresentationFormat>
  <Paragraphs>32</Paragraphs>
  <Slides>1</Slides>
  <Notes>1</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vt:i4>
      </vt:variant>
    </vt:vector>
  </HeadingPairs>
  <TitlesOfParts>
    <vt:vector size="6" baseType="lpstr">
      <vt:lpstr>Arial</vt:lpstr>
      <vt:lpstr>Bahnschrift SemiLight SemiConde</vt:lpstr>
      <vt:lpstr>Calibri</vt:lpstr>
      <vt:lpstr>Times New Roman</vt:lpstr>
      <vt:lpstr>Standarddesign</vt:lpstr>
      <vt:lpstr>Simulation zur Regulation des Blutzuckerspiegels   Haiyan Sturm, 14 Jahre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Clemens Otto</dc:creator>
  <cp:lastModifiedBy>Haiyan Sturm</cp:lastModifiedBy>
  <cp:revision>78</cp:revision>
  <cp:lastPrinted>1601-01-01T00:00:00Z</cp:lastPrinted>
  <dcterms:created xsi:type="dcterms:W3CDTF">2010-03-06T09:46:22Z</dcterms:created>
  <dcterms:modified xsi:type="dcterms:W3CDTF">2026-05-05T14:57:18Z</dcterms:modified>
</cp:coreProperties>
</file>